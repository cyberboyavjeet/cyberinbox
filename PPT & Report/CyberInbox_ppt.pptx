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F5F6F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F5F6F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F5F6F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F5F6F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9144000"/>
                </a:moveTo>
                <a:lnTo>
                  <a:pt x="0" y="9144000"/>
                </a:lnTo>
                <a:lnTo>
                  <a:pt x="0" y="0"/>
                </a:lnTo>
                <a:lnTo>
                  <a:pt x="16256000" y="0"/>
                </a:lnTo>
                <a:lnTo>
                  <a:pt x="16256000" y="9144000"/>
                </a:lnTo>
                <a:close/>
              </a:path>
            </a:pathLst>
          </a:custGeom>
          <a:solidFill>
            <a:srgbClr val="0911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200" y="1022238"/>
            <a:ext cx="9429750" cy="734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F5F6F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11200" y="8793022"/>
            <a:ext cx="4589780" cy="172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5671800" y="8803081"/>
            <a:ext cx="223519" cy="14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8FA2B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26419" y="0"/>
            <a:ext cx="4431030" cy="5852795"/>
            <a:chOff x="11826419" y="0"/>
            <a:chExt cx="4431030" cy="5852795"/>
          </a:xfrm>
        </p:grpSpPr>
        <p:sp>
          <p:nvSpPr>
            <p:cNvPr id="3" name="object 3"/>
            <p:cNvSpPr/>
            <p:nvPr/>
          </p:nvSpPr>
          <p:spPr>
            <a:xfrm>
              <a:off x="11826419" y="0"/>
              <a:ext cx="4429760" cy="5852795"/>
            </a:xfrm>
            <a:custGeom>
              <a:avLst/>
              <a:gdLst/>
              <a:ahLst/>
              <a:cxnLst/>
              <a:rect l="l" t="t" r="r" b="b"/>
              <a:pathLst>
                <a:path w="4429759" h="5852795">
                  <a:moveTo>
                    <a:pt x="4267326" y="5852246"/>
                  </a:moveTo>
                  <a:lnTo>
                    <a:pt x="4218962" y="5851978"/>
                  </a:lnTo>
                  <a:lnTo>
                    <a:pt x="4170727" y="5851174"/>
                  </a:lnTo>
                  <a:lnTo>
                    <a:pt x="4122623" y="5849839"/>
                  </a:lnTo>
                  <a:lnTo>
                    <a:pt x="4074653" y="5847974"/>
                  </a:lnTo>
                  <a:lnTo>
                    <a:pt x="4026820" y="5845583"/>
                  </a:lnTo>
                  <a:lnTo>
                    <a:pt x="3979127" y="5842668"/>
                  </a:lnTo>
                  <a:lnTo>
                    <a:pt x="3931576" y="5839232"/>
                  </a:lnTo>
                  <a:lnTo>
                    <a:pt x="3884170" y="5835279"/>
                  </a:lnTo>
                  <a:lnTo>
                    <a:pt x="3836913" y="5830810"/>
                  </a:lnTo>
                  <a:lnTo>
                    <a:pt x="3789807" y="5825828"/>
                  </a:lnTo>
                  <a:lnTo>
                    <a:pt x="3742855" y="5820338"/>
                  </a:lnTo>
                  <a:lnTo>
                    <a:pt x="3696059" y="5814340"/>
                  </a:lnTo>
                  <a:lnTo>
                    <a:pt x="3649423" y="5807839"/>
                  </a:lnTo>
                  <a:lnTo>
                    <a:pt x="3602949" y="5800836"/>
                  </a:lnTo>
                  <a:lnTo>
                    <a:pt x="3556640" y="5793336"/>
                  </a:lnTo>
                  <a:lnTo>
                    <a:pt x="3510499" y="5785340"/>
                  </a:lnTo>
                  <a:lnTo>
                    <a:pt x="3464529" y="5776851"/>
                  </a:lnTo>
                  <a:lnTo>
                    <a:pt x="3418733" y="5767873"/>
                  </a:lnTo>
                  <a:lnTo>
                    <a:pt x="3373113" y="5758407"/>
                  </a:lnTo>
                  <a:lnTo>
                    <a:pt x="3327672" y="5748458"/>
                  </a:lnTo>
                  <a:lnTo>
                    <a:pt x="3282413" y="5738027"/>
                  </a:lnTo>
                  <a:lnTo>
                    <a:pt x="3237339" y="5727118"/>
                  </a:lnTo>
                  <a:lnTo>
                    <a:pt x="3192453" y="5715733"/>
                  </a:lnTo>
                  <a:lnTo>
                    <a:pt x="3147757" y="5703875"/>
                  </a:lnTo>
                  <a:lnTo>
                    <a:pt x="3103255" y="5691547"/>
                  </a:lnTo>
                  <a:lnTo>
                    <a:pt x="3058949" y="5678752"/>
                  </a:lnTo>
                  <a:lnTo>
                    <a:pt x="3014842" y="5665493"/>
                  </a:lnTo>
                  <a:lnTo>
                    <a:pt x="2970937" y="5651772"/>
                  </a:lnTo>
                  <a:lnTo>
                    <a:pt x="2927236" y="5637592"/>
                  </a:lnTo>
                  <a:lnTo>
                    <a:pt x="2883743" y="5622957"/>
                  </a:lnTo>
                  <a:lnTo>
                    <a:pt x="2840460" y="5607868"/>
                  </a:lnTo>
                  <a:lnTo>
                    <a:pt x="2797391" y="5592329"/>
                  </a:lnTo>
                  <a:lnTo>
                    <a:pt x="2754537" y="5576343"/>
                  </a:lnTo>
                  <a:lnTo>
                    <a:pt x="2711902" y="5559912"/>
                  </a:lnTo>
                  <a:lnTo>
                    <a:pt x="2669489" y="5543039"/>
                  </a:lnTo>
                  <a:lnTo>
                    <a:pt x="2627300" y="5525728"/>
                  </a:lnTo>
                  <a:lnTo>
                    <a:pt x="2585338" y="5507980"/>
                  </a:lnTo>
                  <a:lnTo>
                    <a:pt x="2543606" y="5489799"/>
                  </a:lnTo>
                  <a:lnTo>
                    <a:pt x="2502107" y="5471188"/>
                  </a:lnTo>
                  <a:lnTo>
                    <a:pt x="2460844" y="5452148"/>
                  </a:lnTo>
                  <a:lnTo>
                    <a:pt x="2419820" y="5432684"/>
                  </a:lnTo>
                  <a:lnTo>
                    <a:pt x="2379037" y="5412798"/>
                  </a:lnTo>
                  <a:lnTo>
                    <a:pt x="2338498" y="5392493"/>
                  </a:lnTo>
                  <a:lnTo>
                    <a:pt x="2298205" y="5371771"/>
                  </a:lnTo>
                  <a:lnTo>
                    <a:pt x="2258163" y="5350636"/>
                  </a:lnTo>
                  <a:lnTo>
                    <a:pt x="2218374" y="5329090"/>
                  </a:lnTo>
                  <a:lnTo>
                    <a:pt x="2178840" y="5307137"/>
                  </a:lnTo>
                  <a:lnTo>
                    <a:pt x="2139564" y="5284778"/>
                  </a:lnTo>
                  <a:lnTo>
                    <a:pt x="2100549" y="5262017"/>
                  </a:lnTo>
                  <a:lnTo>
                    <a:pt x="2061798" y="5238856"/>
                  </a:lnTo>
                  <a:lnTo>
                    <a:pt x="2023314" y="5215299"/>
                  </a:lnTo>
                  <a:lnTo>
                    <a:pt x="1985100" y="5191348"/>
                  </a:lnTo>
                  <a:lnTo>
                    <a:pt x="1947158" y="5167006"/>
                  </a:lnTo>
                  <a:lnTo>
                    <a:pt x="1909491" y="5142276"/>
                  </a:lnTo>
                  <a:lnTo>
                    <a:pt x="1872102" y="5117160"/>
                  </a:lnTo>
                  <a:lnTo>
                    <a:pt x="1834995" y="5091663"/>
                  </a:lnTo>
                  <a:lnTo>
                    <a:pt x="1798170" y="5065785"/>
                  </a:lnTo>
                  <a:lnTo>
                    <a:pt x="1761633" y="5039531"/>
                  </a:lnTo>
                  <a:lnTo>
                    <a:pt x="1725385" y="5012902"/>
                  </a:lnTo>
                  <a:lnTo>
                    <a:pt x="1689428" y="4985903"/>
                  </a:lnTo>
                  <a:lnTo>
                    <a:pt x="1653767" y="4958535"/>
                  </a:lnTo>
                  <a:lnTo>
                    <a:pt x="1618404" y="4930801"/>
                  </a:lnTo>
                  <a:lnTo>
                    <a:pt x="1583341" y="4902705"/>
                  </a:lnTo>
                  <a:lnTo>
                    <a:pt x="1548582" y="4874248"/>
                  </a:lnTo>
                  <a:lnTo>
                    <a:pt x="1514129" y="4845435"/>
                  </a:lnTo>
                  <a:lnTo>
                    <a:pt x="1479985" y="4816267"/>
                  </a:lnTo>
                  <a:lnTo>
                    <a:pt x="1446153" y="4786748"/>
                  </a:lnTo>
                  <a:lnTo>
                    <a:pt x="1412636" y="4756881"/>
                  </a:lnTo>
                  <a:lnTo>
                    <a:pt x="1379437" y="4726667"/>
                  </a:lnTo>
                  <a:lnTo>
                    <a:pt x="1346558" y="4696111"/>
                  </a:lnTo>
                  <a:lnTo>
                    <a:pt x="1314002" y="4665214"/>
                  </a:lnTo>
                  <a:lnTo>
                    <a:pt x="1281772" y="4633980"/>
                  </a:lnTo>
                  <a:lnTo>
                    <a:pt x="1249871" y="4602412"/>
                  </a:lnTo>
                  <a:lnTo>
                    <a:pt x="1218301" y="4570512"/>
                  </a:lnTo>
                  <a:lnTo>
                    <a:pt x="1187067" y="4538283"/>
                  </a:lnTo>
                  <a:lnTo>
                    <a:pt x="1156169" y="4505728"/>
                  </a:lnTo>
                  <a:lnTo>
                    <a:pt x="1125612" y="4472850"/>
                  </a:lnTo>
                  <a:lnTo>
                    <a:pt x="1095397" y="4439651"/>
                  </a:lnTo>
                  <a:lnTo>
                    <a:pt x="1065529" y="4406135"/>
                  </a:lnTo>
                  <a:lnTo>
                    <a:pt x="1036009" y="4372304"/>
                  </a:lnTo>
                  <a:lnTo>
                    <a:pt x="1006840" y="4338161"/>
                  </a:lnTo>
                  <a:lnTo>
                    <a:pt x="978026" y="4303710"/>
                  </a:lnTo>
                  <a:lnTo>
                    <a:pt x="949569" y="4268951"/>
                  </a:lnTo>
                  <a:lnTo>
                    <a:pt x="921472" y="4233890"/>
                  </a:lnTo>
                  <a:lnTo>
                    <a:pt x="893738" y="4198527"/>
                  </a:lnTo>
                  <a:lnTo>
                    <a:pt x="866369" y="4162867"/>
                  </a:lnTo>
                  <a:lnTo>
                    <a:pt x="839368" y="4126912"/>
                  </a:lnTo>
                  <a:lnTo>
                    <a:pt x="812739" y="4090665"/>
                  </a:lnTo>
                  <a:lnTo>
                    <a:pt x="786484" y="4054129"/>
                  </a:lnTo>
                  <a:lnTo>
                    <a:pt x="760606" y="4017306"/>
                  </a:lnTo>
                  <a:lnTo>
                    <a:pt x="735107" y="3980199"/>
                  </a:lnTo>
                  <a:lnTo>
                    <a:pt x="709991" y="3942811"/>
                  </a:lnTo>
                  <a:lnTo>
                    <a:pt x="685260" y="3905145"/>
                  </a:lnTo>
                  <a:lnTo>
                    <a:pt x="660917" y="3867205"/>
                  </a:lnTo>
                  <a:lnTo>
                    <a:pt x="636966" y="3828991"/>
                  </a:lnTo>
                  <a:lnTo>
                    <a:pt x="613408" y="3790508"/>
                  </a:lnTo>
                  <a:lnTo>
                    <a:pt x="590247" y="3751759"/>
                  </a:lnTo>
                  <a:lnTo>
                    <a:pt x="567485" y="3712745"/>
                  </a:lnTo>
                  <a:lnTo>
                    <a:pt x="545125" y="3673471"/>
                  </a:lnTo>
                  <a:lnTo>
                    <a:pt x="523171" y="3633938"/>
                  </a:lnTo>
                  <a:lnTo>
                    <a:pt x="501624" y="3594149"/>
                  </a:lnTo>
                  <a:lnTo>
                    <a:pt x="480488" y="3554108"/>
                  </a:lnTo>
                  <a:lnTo>
                    <a:pt x="459766" y="3513817"/>
                  </a:lnTo>
                  <a:lnTo>
                    <a:pt x="439460" y="3473280"/>
                  </a:lnTo>
                  <a:lnTo>
                    <a:pt x="419574" y="3432498"/>
                  </a:lnTo>
                  <a:lnTo>
                    <a:pt x="400109" y="3391474"/>
                  </a:lnTo>
                  <a:lnTo>
                    <a:pt x="381069" y="3350212"/>
                  </a:lnTo>
                  <a:lnTo>
                    <a:pt x="362457" y="3308715"/>
                  </a:lnTo>
                  <a:lnTo>
                    <a:pt x="344276" y="3266984"/>
                  </a:lnTo>
                  <a:lnTo>
                    <a:pt x="326527" y="3225024"/>
                  </a:lnTo>
                  <a:lnTo>
                    <a:pt x="309215" y="3182836"/>
                  </a:lnTo>
                  <a:lnTo>
                    <a:pt x="292342" y="3140424"/>
                  </a:lnTo>
                  <a:lnTo>
                    <a:pt x="275911" y="3097790"/>
                  </a:lnTo>
                  <a:lnTo>
                    <a:pt x="259924" y="3054938"/>
                  </a:lnTo>
                  <a:lnTo>
                    <a:pt x="244385" y="3011869"/>
                  </a:lnTo>
                  <a:lnTo>
                    <a:pt x="229296" y="2968588"/>
                  </a:lnTo>
                  <a:lnTo>
                    <a:pt x="214660" y="2925096"/>
                  </a:lnTo>
                  <a:lnTo>
                    <a:pt x="200480" y="2881397"/>
                  </a:lnTo>
                  <a:lnTo>
                    <a:pt x="186759" y="2837493"/>
                  </a:lnTo>
                  <a:lnTo>
                    <a:pt x="173499" y="2793387"/>
                  </a:lnTo>
                  <a:lnTo>
                    <a:pt x="160703" y="2749082"/>
                  </a:lnTo>
                  <a:lnTo>
                    <a:pt x="148375" y="2704581"/>
                  </a:lnTo>
                  <a:lnTo>
                    <a:pt x="136517" y="2659887"/>
                  </a:lnTo>
                  <a:lnTo>
                    <a:pt x="125132" y="2615002"/>
                  </a:lnTo>
                  <a:lnTo>
                    <a:pt x="114222" y="2569930"/>
                  </a:lnTo>
                  <a:lnTo>
                    <a:pt x="103791" y="2524672"/>
                  </a:lnTo>
                  <a:lnTo>
                    <a:pt x="93841" y="2479233"/>
                  </a:lnTo>
                  <a:lnTo>
                    <a:pt x="84376" y="2433614"/>
                  </a:lnTo>
                  <a:lnTo>
                    <a:pt x="75397" y="2387819"/>
                  </a:lnTo>
                  <a:lnTo>
                    <a:pt x="66908" y="2341850"/>
                  </a:lnTo>
                  <a:lnTo>
                    <a:pt x="58912" y="2295711"/>
                  </a:lnTo>
                  <a:lnTo>
                    <a:pt x="51411" y="2249404"/>
                  </a:lnTo>
                  <a:lnTo>
                    <a:pt x="44408" y="2202931"/>
                  </a:lnTo>
                  <a:lnTo>
                    <a:pt x="37906" y="2156296"/>
                  </a:lnTo>
                  <a:lnTo>
                    <a:pt x="31909" y="2109502"/>
                  </a:lnTo>
                  <a:lnTo>
                    <a:pt x="26418" y="2062551"/>
                  </a:lnTo>
                  <a:lnTo>
                    <a:pt x="21437" y="2015446"/>
                  </a:lnTo>
                  <a:lnTo>
                    <a:pt x="16968" y="1968190"/>
                  </a:lnTo>
                  <a:lnTo>
                    <a:pt x="13014" y="1920786"/>
                  </a:lnTo>
                  <a:lnTo>
                    <a:pt x="9578" y="1873237"/>
                  </a:lnTo>
                  <a:lnTo>
                    <a:pt x="6663" y="1825545"/>
                  </a:lnTo>
                  <a:lnTo>
                    <a:pt x="4272" y="1777713"/>
                  </a:lnTo>
                  <a:lnTo>
                    <a:pt x="2407" y="1729745"/>
                  </a:lnTo>
                  <a:lnTo>
                    <a:pt x="1071" y="1681642"/>
                  </a:lnTo>
                  <a:lnTo>
                    <a:pt x="268" y="1633408"/>
                  </a:lnTo>
                  <a:lnTo>
                    <a:pt x="0" y="1585046"/>
                  </a:lnTo>
                  <a:lnTo>
                    <a:pt x="268" y="1536682"/>
                  </a:lnTo>
                  <a:lnTo>
                    <a:pt x="1071" y="1488447"/>
                  </a:lnTo>
                  <a:lnTo>
                    <a:pt x="2407" y="1440343"/>
                  </a:lnTo>
                  <a:lnTo>
                    <a:pt x="4272" y="1392373"/>
                  </a:lnTo>
                  <a:lnTo>
                    <a:pt x="6663" y="1344540"/>
                  </a:lnTo>
                  <a:lnTo>
                    <a:pt x="9578" y="1296847"/>
                  </a:lnTo>
                  <a:lnTo>
                    <a:pt x="13014" y="1249296"/>
                  </a:lnTo>
                  <a:lnTo>
                    <a:pt x="16968" y="1201890"/>
                  </a:lnTo>
                  <a:lnTo>
                    <a:pt x="21437" y="1154633"/>
                  </a:lnTo>
                  <a:lnTo>
                    <a:pt x="26418" y="1107527"/>
                  </a:lnTo>
                  <a:lnTo>
                    <a:pt x="31909" y="1060575"/>
                  </a:lnTo>
                  <a:lnTo>
                    <a:pt x="37906" y="1013779"/>
                  </a:lnTo>
                  <a:lnTo>
                    <a:pt x="44408" y="967143"/>
                  </a:lnTo>
                  <a:lnTo>
                    <a:pt x="51411" y="920669"/>
                  </a:lnTo>
                  <a:lnTo>
                    <a:pt x="58912" y="874360"/>
                  </a:lnTo>
                  <a:lnTo>
                    <a:pt x="66908" y="828219"/>
                  </a:lnTo>
                  <a:lnTo>
                    <a:pt x="75397" y="782249"/>
                  </a:lnTo>
                  <a:lnTo>
                    <a:pt x="84376" y="736452"/>
                  </a:lnTo>
                  <a:lnTo>
                    <a:pt x="93841" y="690832"/>
                  </a:lnTo>
                  <a:lnTo>
                    <a:pt x="103791" y="645391"/>
                  </a:lnTo>
                  <a:lnTo>
                    <a:pt x="114222" y="600133"/>
                  </a:lnTo>
                  <a:lnTo>
                    <a:pt x="125132" y="555059"/>
                  </a:lnTo>
                  <a:lnTo>
                    <a:pt x="136517" y="510173"/>
                  </a:lnTo>
                  <a:lnTo>
                    <a:pt x="148375" y="465477"/>
                  </a:lnTo>
                  <a:lnTo>
                    <a:pt x="160703" y="420975"/>
                  </a:lnTo>
                  <a:lnTo>
                    <a:pt x="173499" y="376669"/>
                  </a:lnTo>
                  <a:lnTo>
                    <a:pt x="186759" y="332562"/>
                  </a:lnTo>
                  <a:lnTo>
                    <a:pt x="200480" y="288656"/>
                  </a:lnTo>
                  <a:lnTo>
                    <a:pt x="214660" y="244956"/>
                  </a:lnTo>
                  <a:lnTo>
                    <a:pt x="229296" y="201463"/>
                  </a:lnTo>
                  <a:lnTo>
                    <a:pt x="244385" y="158180"/>
                  </a:lnTo>
                  <a:lnTo>
                    <a:pt x="259924" y="115110"/>
                  </a:lnTo>
                  <a:lnTo>
                    <a:pt x="275911" y="72256"/>
                  </a:lnTo>
                  <a:lnTo>
                    <a:pt x="292342" y="29621"/>
                  </a:lnTo>
                  <a:lnTo>
                    <a:pt x="304127" y="0"/>
                  </a:lnTo>
                  <a:lnTo>
                    <a:pt x="4429580" y="0"/>
                  </a:lnTo>
                  <a:lnTo>
                    <a:pt x="4429580" y="5849156"/>
                  </a:lnTo>
                  <a:lnTo>
                    <a:pt x="4412025" y="5849839"/>
                  </a:lnTo>
                  <a:lnTo>
                    <a:pt x="4363922" y="5851174"/>
                  </a:lnTo>
                  <a:lnTo>
                    <a:pt x="4315688" y="5851978"/>
                  </a:lnTo>
                  <a:lnTo>
                    <a:pt x="4267326" y="5852246"/>
                  </a:lnTo>
                  <a:close/>
                </a:path>
              </a:pathLst>
            </a:custGeom>
            <a:solidFill>
              <a:srgbClr val="111D3C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411404" y="0"/>
              <a:ext cx="2846070" cy="4023995"/>
            </a:xfrm>
            <a:custGeom>
              <a:avLst/>
              <a:gdLst/>
              <a:ahLst/>
              <a:cxnLst/>
              <a:rect l="l" t="t" r="r" b="b"/>
              <a:pathLst>
                <a:path w="2846069" h="4023995">
                  <a:moveTo>
                    <a:pt x="2560319" y="4023469"/>
                  </a:moveTo>
                  <a:lnTo>
                    <a:pt x="2512219" y="4023027"/>
                  </a:lnTo>
                  <a:lnTo>
                    <a:pt x="2464334" y="4021703"/>
                  </a:lnTo>
                  <a:lnTo>
                    <a:pt x="2416671" y="4019507"/>
                  </a:lnTo>
                  <a:lnTo>
                    <a:pt x="2369240" y="4016446"/>
                  </a:lnTo>
                  <a:lnTo>
                    <a:pt x="2322046" y="4012528"/>
                  </a:lnTo>
                  <a:lnTo>
                    <a:pt x="2275099" y="4007761"/>
                  </a:lnTo>
                  <a:lnTo>
                    <a:pt x="2228406" y="4002151"/>
                  </a:lnTo>
                  <a:lnTo>
                    <a:pt x="2181974" y="3995708"/>
                  </a:lnTo>
                  <a:lnTo>
                    <a:pt x="2135812" y="3988438"/>
                  </a:lnTo>
                  <a:lnTo>
                    <a:pt x="2089926" y="3980349"/>
                  </a:lnTo>
                  <a:lnTo>
                    <a:pt x="2044326" y="3971450"/>
                  </a:lnTo>
                  <a:lnTo>
                    <a:pt x="1999017" y="3961748"/>
                  </a:lnTo>
                  <a:lnTo>
                    <a:pt x="1954010" y="3951250"/>
                  </a:lnTo>
                  <a:lnTo>
                    <a:pt x="1909310" y="3939965"/>
                  </a:lnTo>
                  <a:lnTo>
                    <a:pt x="1864926" y="3927900"/>
                  </a:lnTo>
                  <a:lnTo>
                    <a:pt x="1820865" y="3915063"/>
                  </a:lnTo>
                  <a:lnTo>
                    <a:pt x="1777136" y="3901461"/>
                  </a:lnTo>
                  <a:lnTo>
                    <a:pt x="1733745" y="3887102"/>
                  </a:lnTo>
                  <a:lnTo>
                    <a:pt x="1690701" y="3871995"/>
                  </a:lnTo>
                  <a:lnTo>
                    <a:pt x="1648012" y="3856147"/>
                  </a:lnTo>
                  <a:lnTo>
                    <a:pt x="1605685" y="3839565"/>
                  </a:lnTo>
                  <a:lnTo>
                    <a:pt x="1563727" y="3822257"/>
                  </a:lnTo>
                  <a:lnTo>
                    <a:pt x="1522148" y="3804231"/>
                  </a:lnTo>
                  <a:lnTo>
                    <a:pt x="1480953" y="3785495"/>
                  </a:lnTo>
                  <a:lnTo>
                    <a:pt x="1440152" y="3766056"/>
                  </a:lnTo>
                  <a:lnTo>
                    <a:pt x="1399751" y="3745923"/>
                  </a:lnTo>
                  <a:lnTo>
                    <a:pt x="1359759" y="3725103"/>
                  </a:lnTo>
                  <a:lnTo>
                    <a:pt x="1320184" y="3703603"/>
                  </a:lnTo>
                  <a:lnTo>
                    <a:pt x="1281032" y="3681432"/>
                  </a:lnTo>
                  <a:lnTo>
                    <a:pt x="1242312" y="3658597"/>
                  </a:lnTo>
                  <a:lnTo>
                    <a:pt x="1204032" y="3635105"/>
                  </a:lnTo>
                  <a:lnTo>
                    <a:pt x="1166198" y="3610966"/>
                  </a:lnTo>
                  <a:lnTo>
                    <a:pt x="1128820" y="3586185"/>
                  </a:lnTo>
                  <a:lnTo>
                    <a:pt x="1091905" y="3560772"/>
                  </a:lnTo>
                  <a:lnTo>
                    <a:pt x="1055460" y="3534734"/>
                  </a:lnTo>
                  <a:lnTo>
                    <a:pt x="1019493" y="3508078"/>
                  </a:lnTo>
                  <a:lnTo>
                    <a:pt x="984012" y="3480812"/>
                  </a:lnTo>
                  <a:lnTo>
                    <a:pt x="949024" y="3452945"/>
                  </a:lnTo>
                  <a:lnTo>
                    <a:pt x="914538" y="3424483"/>
                  </a:lnTo>
                  <a:lnTo>
                    <a:pt x="880562" y="3395435"/>
                  </a:lnTo>
                  <a:lnTo>
                    <a:pt x="847101" y="3365808"/>
                  </a:lnTo>
                  <a:lnTo>
                    <a:pt x="814166" y="3335610"/>
                  </a:lnTo>
                  <a:lnTo>
                    <a:pt x="781763" y="3304849"/>
                  </a:lnTo>
                  <a:lnTo>
                    <a:pt x="749900" y="3273532"/>
                  </a:lnTo>
                  <a:lnTo>
                    <a:pt x="718585" y="3241667"/>
                  </a:lnTo>
                  <a:lnTo>
                    <a:pt x="687825" y="3209263"/>
                  </a:lnTo>
                  <a:lnTo>
                    <a:pt x="657628" y="3176326"/>
                  </a:lnTo>
                  <a:lnTo>
                    <a:pt x="628003" y="3142864"/>
                  </a:lnTo>
                  <a:lnTo>
                    <a:pt x="598956" y="3108885"/>
                  </a:lnTo>
                  <a:lnTo>
                    <a:pt x="570496" y="3074398"/>
                  </a:lnTo>
                  <a:lnTo>
                    <a:pt x="542630" y="3039409"/>
                  </a:lnTo>
                  <a:lnTo>
                    <a:pt x="515365" y="3003926"/>
                  </a:lnTo>
                  <a:lnTo>
                    <a:pt x="488711" y="2967957"/>
                  </a:lnTo>
                  <a:lnTo>
                    <a:pt x="462674" y="2931510"/>
                  </a:lnTo>
                  <a:lnTo>
                    <a:pt x="437262" y="2894593"/>
                  </a:lnTo>
                  <a:lnTo>
                    <a:pt x="412483" y="2857213"/>
                  </a:lnTo>
                  <a:lnTo>
                    <a:pt x="388344" y="2819378"/>
                  </a:lnTo>
                  <a:lnTo>
                    <a:pt x="364854" y="2781095"/>
                  </a:lnTo>
                  <a:lnTo>
                    <a:pt x="342020" y="2742374"/>
                  </a:lnTo>
                  <a:lnTo>
                    <a:pt x="319850" y="2703220"/>
                  </a:lnTo>
                  <a:lnTo>
                    <a:pt x="298351" y="2663642"/>
                  </a:lnTo>
                  <a:lnTo>
                    <a:pt x="277532" y="2623648"/>
                  </a:lnTo>
                  <a:lnTo>
                    <a:pt x="257400" y="2583246"/>
                  </a:lnTo>
                  <a:lnTo>
                    <a:pt x="237962" y="2542442"/>
                  </a:lnTo>
                  <a:lnTo>
                    <a:pt x="219227" y="2501246"/>
                  </a:lnTo>
                  <a:lnTo>
                    <a:pt x="201202" y="2459664"/>
                  </a:lnTo>
                  <a:lnTo>
                    <a:pt x="183895" y="2417705"/>
                  </a:lnTo>
                  <a:lnTo>
                    <a:pt x="167314" y="2375375"/>
                  </a:lnTo>
                  <a:lnTo>
                    <a:pt x="151466" y="2332684"/>
                  </a:lnTo>
                  <a:lnTo>
                    <a:pt x="136360" y="2289638"/>
                  </a:lnTo>
                  <a:lnTo>
                    <a:pt x="122002" y="2246245"/>
                  </a:lnTo>
                  <a:lnTo>
                    <a:pt x="108401" y="2202514"/>
                  </a:lnTo>
                  <a:lnTo>
                    <a:pt x="95564" y="2158451"/>
                  </a:lnTo>
                  <a:lnTo>
                    <a:pt x="83500" y="2114065"/>
                  </a:lnTo>
                  <a:lnTo>
                    <a:pt x="72215" y="2069362"/>
                  </a:lnTo>
                  <a:lnTo>
                    <a:pt x="61718" y="2024352"/>
                  </a:lnTo>
                  <a:lnTo>
                    <a:pt x="52016" y="1979042"/>
                  </a:lnTo>
                  <a:lnTo>
                    <a:pt x="43117" y="1933439"/>
                  </a:lnTo>
                  <a:lnTo>
                    <a:pt x="35029" y="1887552"/>
                  </a:lnTo>
                  <a:lnTo>
                    <a:pt x="27760" y="1841387"/>
                  </a:lnTo>
                  <a:lnTo>
                    <a:pt x="21317" y="1794953"/>
                  </a:lnTo>
                  <a:lnTo>
                    <a:pt x="15708" y="1748257"/>
                  </a:lnTo>
                  <a:lnTo>
                    <a:pt x="10940" y="1701308"/>
                  </a:lnTo>
                  <a:lnTo>
                    <a:pt x="7022" y="1654112"/>
                  </a:lnTo>
                  <a:lnTo>
                    <a:pt x="3961" y="1606678"/>
                  </a:lnTo>
                  <a:lnTo>
                    <a:pt x="1765" y="1559013"/>
                  </a:lnTo>
                  <a:lnTo>
                    <a:pt x="442" y="1511126"/>
                  </a:lnTo>
                  <a:lnTo>
                    <a:pt x="0" y="1463023"/>
                  </a:lnTo>
                  <a:lnTo>
                    <a:pt x="442" y="1414922"/>
                  </a:lnTo>
                  <a:lnTo>
                    <a:pt x="1765" y="1367037"/>
                  </a:lnTo>
                  <a:lnTo>
                    <a:pt x="3961" y="1319375"/>
                  </a:lnTo>
                  <a:lnTo>
                    <a:pt x="7022" y="1271943"/>
                  </a:lnTo>
                  <a:lnTo>
                    <a:pt x="10940" y="1224750"/>
                  </a:lnTo>
                  <a:lnTo>
                    <a:pt x="15708" y="1177803"/>
                  </a:lnTo>
                  <a:lnTo>
                    <a:pt x="21317" y="1131109"/>
                  </a:lnTo>
                  <a:lnTo>
                    <a:pt x="27760" y="1084677"/>
                  </a:lnTo>
                  <a:lnTo>
                    <a:pt x="35029" y="1038515"/>
                  </a:lnTo>
                  <a:lnTo>
                    <a:pt x="43117" y="992630"/>
                  </a:lnTo>
                  <a:lnTo>
                    <a:pt x="52016" y="947029"/>
                  </a:lnTo>
                  <a:lnTo>
                    <a:pt x="61718" y="901721"/>
                  </a:lnTo>
                  <a:lnTo>
                    <a:pt x="72215" y="856713"/>
                  </a:lnTo>
                  <a:lnTo>
                    <a:pt x="83500" y="812013"/>
                  </a:lnTo>
                  <a:lnTo>
                    <a:pt x="95564" y="767629"/>
                  </a:lnTo>
                  <a:lnTo>
                    <a:pt x="108401" y="723569"/>
                  </a:lnTo>
                  <a:lnTo>
                    <a:pt x="122002" y="679839"/>
                  </a:lnTo>
                  <a:lnTo>
                    <a:pt x="136360" y="636449"/>
                  </a:lnTo>
                  <a:lnTo>
                    <a:pt x="151466" y="593405"/>
                  </a:lnTo>
                  <a:lnTo>
                    <a:pt x="167314" y="550715"/>
                  </a:lnTo>
                  <a:lnTo>
                    <a:pt x="183895" y="508388"/>
                  </a:lnTo>
                  <a:lnTo>
                    <a:pt x="201202" y="466431"/>
                  </a:lnTo>
                  <a:lnTo>
                    <a:pt x="219227" y="424851"/>
                  </a:lnTo>
                  <a:lnTo>
                    <a:pt x="237962" y="383656"/>
                  </a:lnTo>
                  <a:lnTo>
                    <a:pt x="257400" y="342855"/>
                  </a:lnTo>
                  <a:lnTo>
                    <a:pt x="277532" y="302455"/>
                  </a:lnTo>
                  <a:lnTo>
                    <a:pt x="298351" y="262463"/>
                  </a:lnTo>
                  <a:lnTo>
                    <a:pt x="319850" y="222887"/>
                  </a:lnTo>
                  <a:lnTo>
                    <a:pt x="342020" y="183735"/>
                  </a:lnTo>
                  <a:lnTo>
                    <a:pt x="364854" y="145015"/>
                  </a:lnTo>
                  <a:lnTo>
                    <a:pt x="388344" y="106735"/>
                  </a:lnTo>
                  <a:lnTo>
                    <a:pt x="412483" y="68902"/>
                  </a:lnTo>
                  <a:lnTo>
                    <a:pt x="437262" y="31523"/>
                  </a:lnTo>
                  <a:lnTo>
                    <a:pt x="458962" y="0"/>
                  </a:lnTo>
                  <a:lnTo>
                    <a:pt x="2844595" y="0"/>
                  </a:lnTo>
                  <a:lnTo>
                    <a:pt x="2844595" y="4007761"/>
                  </a:lnTo>
                  <a:lnTo>
                    <a:pt x="2845553" y="4007761"/>
                  </a:lnTo>
                  <a:lnTo>
                    <a:pt x="2798604" y="4012528"/>
                  </a:lnTo>
                  <a:lnTo>
                    <a:pt x="2751408" y="4016446"/>
                  </a:lnTo>
                  <a:lnTo>
                    <a:pt x="2703974" y="4019507"/>
                  </a:lnTo>
                  <a:lnTo>
                    <a:pt x="2656310" y="4021703"/>
                  </a:lnTo>
                  <a:lnTo>
                    <a:pt x="2608422" y="4023027"/>
                  </a:lnTo>
                  <a:lnTo>
                    <a:pt x="2560319" y="4023469"/>
                  </a:lnTo>
                  <a:close/>
                </a:path>
              </a:pathLst>
            </a:custGeom>
            <a:solidFill>
              <a:srgbClr val="16254A">
                <a:alpha val="697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853453" y="853453"/>
            <a:ext cx="1158240" cy="1158240"/>
            <a:chOff x="853453" y="853453"/>
            <a:chExt cx="1158240" cy="1158240"/>
          </a:xfrm>
        </p:grpSpPr>
        <p:sp>
          <p:nvSpPr>
            <p:cNvPr id="6" name="object 6"/>
            <p:cNvSpPr/>
            <p:nvPr/>
          </p:nvSpPr>
          <p:spPr>
            <a:xfrm>
              <a:off x="853453" y="853453"/>
              <a:ext cx="1158240" cy="1158240"/>
            </a:xfrm>
            <a:custGeom>
              <a:avLst/>
              <a:gdLst/>
              <a:ahLst/>
              <a:cxnLst/>
              <a:rect l="l" t="t" r="r" b="b"/>
              <a:pathLst>
                <a:path w="1158239" h="1158239">
                  <a:moveTo>
                    <a:pt x="579119" y="1158240"/>
                  </a:moveTo>
                  <a:lnTo>
                    <a:pt x="531623" y="1156320"/>
                  </a:lnTo>
                  <a:lnTo>
                    <a:pt x="485183" y="1150660"/>
                  </a:lnTo>
                  <a:lnTo>
                    <a:pt x="439950" y="1141409"/>
                  </a:lnTo>
                  <a:lnTo>
                    <a:pt x="396073" y="1128716"/>
                  </a:lnTo>
                  <a:lnTo>
                    <a:pt x="353700" y="1112729"/>
                  </a:lnTo>
                  <a:lnTo>
                    <a:pt x="312981" y="1093599"/>
                  </a:lnTo>
                  <a:lnTo>
                    <a:pt x="274064" y="1071474"/>
                  </a:lnTo>
                  <a:lnTo>
                    <a:pt x="237099" y="1046503"/>
                  </a:lnTo>
                  <a:lnTo>
                    <a:pt x="202234" y="1018835"/>
                  </a:lnTo>
                  <a:lnTo>
                    <a:pt x="169620" y="988619"/>
                  </a:lnTo>
                  <a:lnTo>
                    <a:pt x="139404" y="956005"/>
                  </a:lnTo>
                  <a:lnTo>
                    <a:pt x="111736" y="921140"/>
                  </a:lnTo>
                  <a:lnTo>
                    <a:pt x="86765" y="884175"/>
                  </a:lnTo>
                  <a:lnTo>
                    <a:pt x="64640" y="845258"/>
                  </a:lnTo>
                  <a:lnTo>
                    <a:pt x="45510" y="804539"/>
                  </a:lnTo>
                  <a:lnTo>
                    <a:pt x="29523" y="762166"/>
                  </a:lnTo>
                  <a:lnTo>
                    <a:pt x="16830" y="718289"/>
                  </a:lnTo>
                  <a:lnTo>
                    <a:pt x="7579" y="673056"/>
                  </a:lnTo>
                  <a:lnTo>
                    <a:pt x="1919" y="626616"/>
                  </a:lnTo>
                  <a:lnTo>
                    <a:pt x="0" y="579119"/>
                  </a:lnTo>
                  <a:lnTo>
                    <a:pt x="1919" y="531623"/>
                  </a:lnTo>
                  <a:lnTo>
                    <a:pt x="7579" y="485183"/>
                  </a:lnTo>
                  <a:lnTo>
                    <a:pt x="16830" y="439950"/>
                  </a:lnTo>
                  <a:lnTo>
                    <a:pt x="29523" y="396073"/>
                  </a:lnTo>
                  <a:lnTo>
                    <a:pt x="45510" y="353700"/>
                  </a:lnTo>
                  <a:lnTo>
                    <a:pt x="64640" y="312981"/>
                  </a:lnTo>
                  <a:lnTo>
                    <a:pt x="86765" y="274064"/>
                  </a:lnTo>
                  <a:lnTo>
                    <a:pt x="111736" y="237099"/>
                  </a:lnTo>
                  <a:lnTo>
                    <a:pt x="139404" y="202234"/>
                  </a:lnTo>
                  <a:lnTo>
                    <a:pt x="169620" y="169620"/>
                  </a:lnTo>
                  <a:lnTo>
                    <a:pt x="202234" y="139404"/>
                  </a:lnTo>
                  <a:lnTo>
                    <a:pt x="237099" y="111736"/>
                  </a:lnTo>
                  <a:lnTo>
                    <a:pt x="274064" y="86765"/>
                  </a:lnTo>
                  <a:lnTo>
                    <a:pt x="312981" y="64640"/>
                  </a:lnTo>
                  <a:lnTo>
                    <a:pt x="353700" y="45510"/>
                  </a:lnTo>
                  <a:lnTo>
                    <a:pt x="396073" y="29523"/>
                  </a:lnTo>
                  <a:lnTo>
                    <a:pt x="439950" y="16830"/>
                  </a:lnTo>
                  <a:lnTo>
                    <a:pt x="485183" y="7579"/>
                  </a:lnTo>
                  <a:lnTo>
                    <a:pt x="531623" y="1919"/>
                  </a:lnTo>
                  <a:lnTo>
                    <a:pt x="579119" y="0"/>
                  </a:lnTo>
                  <a:lnTo>
                    <a:pt x="626616" y="1919"/>
                  </a:lnTo>
                  <a:lnTo>
                    <a:pt x="673056" y="7579"/>
                  </a:lnTo>
                  <a:lnTo>
                    <a:pt x="718289" y="16830"/>
                  </a:lnTo>
                  <a:lnTo>
                    <a:pt x="762166" y="29523"/>
                  </a:lnTo>
                  <a:lnTo>
                    <a:pt x="804539" y="45510"/>
                  </a:lnTo>
                  <a:lnTo>
                    <a:pt x="845258" y="64640"/>
                  </a:lnTo>
                  <a:lnTo>
                    <a:pt x="884175" y="86765"/>
                  </a:lnTo>
                  <a:lnTo>
                    <a:pt x="921140" y="111736"/>
                  </a:lnTo>
                  <a:lnTo>
                    <a:pt x="956005" y="139404"/>
                  </a:lnTo>
                  <a:lnTo>
                    <a:pt x="988619" y="169620"/>
                  </a:lnTo>
                  <a:lnTo>
                    <a:pt x="1018835" y="202234"/>
                  </a:lnTo>
                  <a:lnTo>
                    <a:pt x="1046503" y="237099"/>
                  </a:lnTo>
                  <a:lnTo>
                    <a:pt x="1071474" y="274064"/>
                  </a:lnTo>
                  <a:lnTo>
                    <a:pt x="1093599" y="312981"/>
                  </a:lnTo>
                  <a:lnTo>
                    <a:pt x="1112729" y="353700"/>
                  </a:lnTo>
                  <a:lnTo>
                    <a:pt x="1128716" y="396073"/>
                  </a:lnTo>
                  <a:lnTo>
                    <a:pt x="1141409" y="439950"/>
                  </a:lnTo>
                  <a:lnTo>
                    <a:pt x="1150660" y="485183"/>
                  </a:lnTo>
                  <a:lnTo>
                    <a:pt x="1156320" y="531623"/>
                  </a:lnTo>
                  <a:lnTo>
                    <a:pt x="1158240" y="579119"/>
                  </a:lnTo>
                  <a:lnTo>
                    <a:pt x="1156320" y="626616"/>
                  </a:lnTo>
                  <a:lnTo>
                    <a:pt x="1150660" y="673056"/>
                  </a:lnTo>
                  <a:lnTo>
                    <a:pt x="1141409" y="718289"/>
                  </a:lnTo>
                  <a:lnTo>
                    <a:pt x="1128716" y="762166"/>
                  </a:lnTo>
                  <a:lnTo>
                    <a:pt x="1112729" y="804539"/>
                  </a:lnTo>
                  <a:lnTo>
                    <a:pt x="1093599" y="845258"/>
                  </a:lnTo>
                  <a:lnTo>
                    <a:pt x="1071474" y="884175"/>
                  </a:lnTo>
                  <a:lnTo>
                    <a:pt x="1046503" y="921140"/>
                  </a:lnTo>
                  <a:lnTo>
                    <a:pt x="1018835" y="956005"/>
                  </a:lnTo>
                  <a:lnTo>
                    <a:pt x="988619" y="988619"/>
                  </a:lnTo>
                  <a:lnTo>
                    <a:pt x="956005" y="1018835"/>
                  </a:lnTo>
                  <a:lnTo>
                    <a:pt x="921140" y="1046503"/>
                  </a:lnTo>
                  <a:lnTo>
                    <a:pt x="884175" y="1071474"/>
                  </a:lnTo>
                  <a:lnTo>
                    <a:pt x="845258" y="1093599"/>
                  </a:lnTo>
                  <a:lnTo>
                    <a:pt x="804539" y="1112729"/>
                  </a:lnTo>
                  <a:lnTo>
                    <a:pt x="762166" y="1128716"/>
                  </a:lnTo>
                  <a:lnTo>
                    <a:pt x="718289" y="1141409"/>
                  </a:lnTo>
                  <a:lnTo>
                    <a:pt x="673056" y="1150660"/>
                  </a:lnTo>
                  <a:lnTo>
                    <a:pt x="626616" y="1156320"/>
                  </a:lnTo>
                  <a:lnTo>
                    <a:pt x="579119" y="115824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700" y="1155700"/>
              <a:ext cx="558800" cy="5588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52500" y="3163082"/>
            <a:ext cx="703516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63365" algn="l"/>
                <a:tab pos="4368165" algn="l"/>
              </a:tabLst>
            </a:pP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SU</a:t>
            </a:r>
            <a:r>
              <a:rPr dirty="0" sz="1800" spc="-1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150" b="1">
                <a:solidFill>
                  <a:srgbClr val="00D9FF"/>
                </a:solidFill>
                <a:latin typeface="Arial"/>
                <a:cs typeface="Arial"/>
              </a:rPr>
              <a:t>M</a:t>
            </a:r>
            <a:r>
              <a:rPr dirty="0" sz="1800" spc="-254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65" b="1">
                <a:solidFill>
                  <a:srgbClr val="00D9FF"/>
                </a:solidFill>
                <a:latin typeface="Arial"/>
                <a:cs typeface="Arial"/>
              </a:rPr>
              <a:t>ME</a:t>
            </a:r>
            <a:r>
              <a:rPr dirty="0" sz="1800" spc="-15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R</a:t>
            </a:r>
            <a:r>
              <a:rPr dirty="0" sz="1800" spc="30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T</a:t>
            </a:r>
            <a:r>
              <a:rPr dirty="0" sz="1800" spc="-23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RAI</a:t>
            </a:r>
            <a:r>
              <a:rPr dirty="0" sz="1800" spc="-9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00D9FF"/>
                </a:solidFill>
                <a:latin typeface="Arial"/>
                <a:cs typeface="Arial"/>
              </a:rPr>
              <a:t>N</a:t>
            </a:r>
            <a:r>
              <a:rPr dirty="0" sz="1800" spc="-229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9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00D9FF"/>
                </a:solidFill>
                <a:latin typeface="Arial"/>
                <a:cs typeface="Arial"/>
              </a:rPr>
              <a:t>N</a:t>
            </a:r>
            <a:r>
              <a:rPr dirty="0" sz="1800" spc="-229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G</a:t>
            </a:r>
            <a:r>
              <a:rPr dirty="0" sz="1800" spc="42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D9FF"/>
                </a:solidFill>
                <a:latin typeface="Arial"/>
                <a:cs typeface="Arial"/>
              </a:rPr>
              <a:t>PR</a:t>
            </a:r>
            <a:r>
              <a:rPr dirty="0" sz="1800" spc="-20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OJ</a:t>
            </a:r>
            <a:r>
              <a:rPr dirty="0" sz="1800" spc="-17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65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85" b="1">
                <a:solidFill>
                  <a:srgbClr val="00D9FF"/>
                </a:solidFill>
                <a:latin typeface="Arial"/>
                <a:cs typeface="Arial"/>
              </a:rPr>
              <a:t>CT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	</a:t>
            </a:r>
            <a:r>
              <a:rPr dirty="0" sz="1650" spc="-50" b="1">
                <a:solidFill>
                  <a:srgbClr val="00D9FF"/>
                </a:solidFill>
                <a:latin typeface="Gadugi"/>
                <a:cs typeface="Gadugi"/>
              </a:rPr>
              <a:t>•</a:t>
            </a:r>
            <a:r>
              <a:rPr dirty="0" sz="1650" b="1">
                <a:solidFill>
                  <a:srgbClr val="00D9FF"/>
                </a:solidFill>
                <a:latin typeface="Gadugi"/>
                <a:cs typeface="Gadugi"/>
              </a:rPr>
              <a:t>	</a:t>
            </a: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9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50" b="1">
                <a:solidFill>
                  <a:srgbClr val="00D9FF"/>
                </a:solidFill>
                <a:latin typeface="Arial"/>
                <a:cs typeface="Arial"/>
              </a:rPr>
              <a:t>B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150" b="1">
                <a:solidFill>
                  <a:srgbClr val="00D9FF"/>
                </a:solidFill>
                <a:latin typeface="Arial"/>
                <a:cs typeface="Arial"/>
              </a:rPr>
              <a:t>M</a:t>
            </a:r>
            <a:r>
              <a:rPr dirty="0" sz="1800" spc="35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00D9FF"/>
                </a:solidFill>
                <a:latin typeface="Arial"/>
                <a:cs typeface="Arial"/>
              </a:rPr>
              <a:t>S</a:t>
            </a:r>
            <a:r>
              <a:rPr dirty="0" sz="1800" spc="-23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D9FF"/>
                </a:solidFill>
                <a:latin typeface="Arial"/>
                <a:cs typeface="Arial"/>
              </a:rPr>
              <a:t>KI</a:t>
            </a:r>
            <a:r>
              <a:rPr dirty="0" sz="1800" spc="-19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00D9FF"/>
                </a:solidFill>
                <a:latin typeface="Arial"/>
                <a:cs typeface="Arial"/>
              </a:rPr>
              <a:t>L</a:t>
            </a:r>
            <a:r>
              <a:rPr dirty="0" sz="1800" spc="-27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00D9FF"/>
                </a:solidFill>
                <a:latin typeface="Arial"/>
                <a:cs typeface="Arial"/>
              </a:rPr>
              <a:t>L</a:t>
            </a:r>
            <a:r>
              <a:rPr dirty="0" sz="1800" spc="-26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00D9FF"/>
                </a:solidFill>
                <a:latin typeface="Arial"/>
                <a:cs typeface="Arial"/>
              </a:rPr>
              <a:t>SB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00D9FF"/>
                </a:solidFill>
                <a:latin typeface="Arial"/>
                <a:cs typeface="Arial"/>
              </a:rPr>
              <a:t>U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9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00D9FF"/>
                </a:solidFill>
                <a:latin typeface="Arial"/>
                <a:cs typeface="Arial"/>
              </a:rPr>
              <a:t>L</a:t>
            </a:r>
            <a:r>
              <a:rPr dirty="0" sz="1800" spc="-27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D</a:t>
            </a:r>
            <a:r>
              <a:rPr dirty="0" sz="1800" spc="41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D9FF"/>
                </a:solidFill>
                <a:latin typeface="Arial"/>
                <a:cs typeface="Arial"/>
              </a:rPr>
              <a:t>AI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9900" y="3163082"/>
            <a:ext cx="162052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8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00D9FF"/>
                </a:solidFill>
                <a:latin typeface="Arial"/>
                <a:cs typeface="Arial"/>
              </a:rPr>
              <a:t>N</a:t>
            </a:r>
            <a:r>
              <a:rPr dirty="0" sz="1800" spc="-22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T</a:t>
            </a:r>
            <a:r>
              <a:rPr dirty="0" sz="1800" spc="-229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65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r>
              <a:rPr dirty="0" sz="1800" spc="-25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RN</a:t>
            </a:r>
            <a:r>
              <a:rPr dirty="0" sz="1800" spc="-22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00D9FF"/>
                </a:solidFill>
                <a:latin typeface="Arial"/>
                <a:cs typeface="Arial"/>
              </a:rPr>
              <a:t>S</a:t>
            </a:r>
            <a:r>
              <a:rPr dirty="0" sz="1800" spc="-22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00D9FF"/>
                </a:solidFill>
                <a:latin typeface="Arial"/>
                <a:cs typeface="Arial"/>
              </a:rPr>
              <a:t>H</a:t>
            </a:r>
            <a:r>
              <a:rPr dirty="0" sz="1800" spc="-24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8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00D9FF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01700" y="3650894"/>
            <a:ext cx="5496560" cy="13442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50" spc="-605"/>
              <a:t>C</a:t>
            </a:r>
            <a:r>
              <a:rPr dirty="0" sz="8650" spc="-655"/>
              <a:t>y</a:t>
            </a:r>
            <a:r>
              <a:rPr dirty="0" sz="8450" spc="-500"/>
              <a:t>b</a:t>
            </a:r>
            <a:r>
              <a:rPr dirty="0" sz="8450" spc="-595"/>
              <a:t>e</a:t>
            </a:r>
            <a:r>
              <a:rPr dirty="0" sz="8650" spc="-390"/>
              <a:t>r</a:t>
            </a:r>
            <a:r>
              <a:rPr dirty="0" sz="8450" spc="75"/>
              <a:t>I</a:t>
            </a:r>
            <a:r>
              <a:rPr dirty="0" sz="8650" spc="-340"/>
              <a:t>n</a:t>
            </a:r>
            <a:r>
              <a:rPr dirty="0" sz="8450" spc="-500"/>
              <a:t>b</a:t>
            </a:r>
            <a:r>
              <a:rPr dirty="0" sz="8650" spc="-575"/>
              <a:t>o</a:t>
            </a:r>
            <a:r>
              <a:rPr dirty="0" sz="8650" spc="-180"/>
              <a:t>x</a:t>
            </a:r>
            <a:endParaRPr sz="865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908" y="5128648"/>
            <a:ext cx="1994365" cy="278023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019859" y="5128648"/>
            <a:ext cx="884555" cy="278130"/>
            <a:chOff x="3019859" y="5128648"/>
            <a:chExt cx="884555" cy="278130"/>
          </a:xfrm>
        </p:grpSpPr>
        <p:sp>
          <p:nvSpPr>
            <p:cNvPr id="13" name="object 13"/>
            <p:cNvSpPr/>
            <p:nvPr/>
          </p:nvSpPr>
          <p:spPr>
            <a:xfrm>
              <a:off x="3019856" y="5135663"/>
              <a:ext cx="521334" cy="267335"/>
            </a:xfrm>
            <a:custGeom>
              <a:avLst/>
              <a:gdLst/>
              <a:ahLst/>
              <a:cxnLst/>
              <a:rect l="l" t="t" r="r" b="b"/>
              <a:pathLst>
                <a:path w="521335" h="267335">
                  <a:moveTo>
                    <a:pt x="241693" y="0"/>
                  </a:moveTo>
                  <a:lnTo>
                    <a:pt x="66713" y="0"/>
                  </a:lnTo>
                  <a:lnTo>
                    <a:pt x="0" y="266966"/>
                  </a:lnTo>
                  <a:lnTo>
                    <a:pt x="174980" y="266966"/>
                  </a:lnTo>
                  <a:lnTo>
                    <a:pt x="182079" y="238645"/>
                  </a:lnTo>
                  <a:lnTo>
                    <a:pt x="38836" y="238645"/>
                  </a:lnTo>
                  <a:lnTo>
                    <a:pt x="63207" y="141084"/>
                  </a:lnTo>
                  <a:lnTo>
                    <a:pt x="195745" y="141084"/>
                  </a:lnTo>
                  <a:lnTo>
                    <a:pt x="202755" y="113030"/>
                  </a:lnTo>
                  <a:lnTo>
                    <a:pt x="70218" y="113030"/>
                  </a:lnTo>
                  <a:lnTo>
                    <a:pt x="91351" y="28333"/>
                  </a:lnTo>
                  <a:lnTo>
                    <a:pt x="234594" y="28333"/>
                  </a:lnTo>
                  <a:lnTo>
                    <a:pt x="241693" y="0"/>
                  </a:lnTo>
                  <a:close/>
                </a:path>
                <a:path w="521335" h="267335">
                  <a:moveTo>
                    <a:pt x="520801" y="118427"/>
                  </a:moveTo>
                  <a:lnTo>
                    <a:pt x="500214" y="79756"/>
                  </a:lnTo>
                  <a:lnTo>
                    <a:pt x="471347" y="72923"/>
                  </a:lnTo>
                  <a:lnTo>
                    <a:pt x="460832" y="73583"/>
                  </a:lnTo>
                  <a:lnTo>
                    <a:pt x="421805" y="89306"/>
                  </a:lnTo>
                  <a:lnTo>
                    <a:pt x="398068" y="114554"/>
                  </a:lnTo>
                  <a:lnTo>
                    <a:pt x="397344" y="114554"/>
                  </a:lnTo>
                  <a:lnTo>
                    <a:pt x="377672" y="78841"/>
                  </a:lnTo>
                  <a:lnTo>
                    <a:pt x="351675" y="72923"/>
                  </a:lnTo>
                  <a:lnTo>
                    <a:pt x="342201" y="73507"/>
                  </a:lnTo>
                  <a:lnTo>
                    <a:pt x="306590" y="87299"/>
                  </a:lnTo>
                  <a:lnTo>
                    <a:pt x="283425" y="108978"/>
                  </a:lnTo>
                  <a:lnTo>
                    <a:pt x="282613" y="108978"/>
                  </a:lnTo>
                  <a:lnTo>
                    <a:pt x="289090" y="77330"/>
                  </a:lnTo>
                  <a:lnTo>
                    <a:pt x="261124" y="77330"/>
                  </a:lnTo>
                  <a:lnTo>
                    <a:pt x="213741" y="266966"/>
                  </a:lnTo>
                  <a:lnTo>
                    <a:pt x="243141" y="266966"/>
                  </a:lnTo>
                  <a:lnTo>
                    <a:pt x="270116" y="159067"/>
                  </a:lnTo>
                  <a:lnTo>
                    <a:pt x="272884" y="149847"/>
                  </a:lnTo>
                  <a:lnTo>
                    <a:pt x="297446" y="114757"/>
                  </a:lnTo>
                  <a:lnTo>
                    <a:pt x="337997" y="99809"/>
                  </a:lnTo>
                  <a:lnTo>
                    <a:pt x="345757" y="100495"/>
                  </a:lnTo>
                  <a:lnTo>
                    <a:pt x="367474" y="125323"/>
                  </a:lnTo>
                  <a:lnTo>
                    <a:pt x="367017" y="135521"/>
                  </a:lnTo>
                  <a:lnTo>
                    <a:pt x="364705" y="147650"/>
                  </a:lnTo>
                  <a:lnTo>
                    <a:pt x="334860" y="266966"/>
                  </a:lnTo>
                  <a:lnTo>
                    <a:pt x="364705" y="266966"/>
                  </a:lnTo>
                  <a:lnTo>
                    <a:pt x="391680" y="159067"/>
                  </a:lnTo>
                  <a:lnTo>
                    <a:pt x="413143" y="119507"/>
                  </a:lnTo>
                  <a:lnTo>
                    <a:pt x="451827" y="100203"/>
                  </a:lnTo>
                  <a:lnTo>
                    <a:pt x="458495" y="99809"/>
                  </a:lnTo>
                  <a:lnTo>
                    <a:pt x="466432" y="100507"/>
                  </a:lnTo>
                  <a:lnTo>
                    <a:pt x="488911" y="125590"/>
                  </a:lnTo>
                  <a:lnTo>
                    <a:pt x="488530" y="135699"/>
                  </a:lnTo>
                  <a:lnTo>
                    <a:pt x="486270" y="147650"/>
                  </a:lnTo>
                  <a:lnTo>
                    <a:pt x="456425" y="266966"/>
                  </a:lnTo>
                  <a:lnTo>
                    <a:pt x="485914" y="266966"/>
                  </a:lnTo>
                  <a:lnTo>
                    <a:pt x="517753" y="139560"/>
                  </a:lnTo>
                  <a:lnTo>
                    <a:pt x="519976" y="128473"/>
                  </a:lnTo>
                  <a:lnTo>
                    <a:pt x="520801" y="118427"/>
                  </a:lnTo>
                  <a:close/>
                </a:path>
              </a:pathLst>
            </a:custGeom>
            <a:solidFill>
              <a:srgbClr val="8FA2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3607" y="5208224"/>
              <a:ext cx="180944" cy="1984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29609" y="5128653"/>
              <a:ext cx="174625" cy="274320"/>
            </a:xfrm>
            <a:custGeom>
              <a:avLst/>
              <a:gdLst/>
              <a:ahLst/>
              <a:cxnLst/>
              <a:rect l="l" t="t" r="r" b="b"/>
              <a:pathLst>
                <a:path w="174625" h="274320">
                  <a:moveTo>
                    <a:pt x="77241" y="84340"/>
                  </a:moveTo>
                  <a:lnTo>
                    <a:pt x="47396" y="84340"/>
                  </a:lnTo>
                  <a:lnTo>
                    <a:pt x="0" y="273977"/>
                  </a:lnTo>
                  <a:lnTo>
                    <a:pt x="29857" y="273977"/>
                  </a:lnTo>
                  <a:lnTo>
                    <a:pt x="77241" y="84340"/>
                  </a:lnTo>
                  <a:close/>
                </a:path>
                <a:path w="174625" h="274320">
                  <a:moveTo>
                    <a:pt x="97028" y="21005"/>
                  </a:moveTo>
                  <a:lnTo>
                    <a:pt x="96481" y="16243"/>
                  </a:lnTo>
                  <a:lnTo>
                    <a:pt x="93967" y="12585"/>
                  </a:lnTo>
                  <a:lnTo>
                    <a:pt x="91516" y="8877"/>
                  </a:lnTo>
                  <a:lnTo>
                    <a:pt x="87312" y="7010"/>
                  </a:lnTo>
                  <a:lnTo>
                    <a:pt x="75742" y="7010"/>
                  </a:lnTo>
                  <a:lnTo>
                    <a:pt x="56565" y="26885"/>
                  </a:lnTo>
                  <a:lnTo>
                    <a:pt x="55181" y="32283"/>
                  </a:lnTo>
                  <a:lnTo>
                    <a:pt x="55930" y="36893"/>
                  </a:lnTo>
                  <a:lnTo>
                    <a:pt x="58813" y="40728"/>
                  </a:lnTo>
                  <a:lnTo>
                    <a:pt x="61683" y="44513"/>
                  </a:lnTo>
                  <a:lnTo>
                    <a:pt x="65938" y="46393"/>
                  </a:lnTo>
                  <a:lnTo>
                    <a:pt x="77279" y="46393"/>
                  </a:lnTo>
                  <a:lnTo>
                    <a:pt x="82334" y="44513"/>
                  </a:lnTo>
                  <a:lnTo>
                    <a:pt x="91274" y="36893"/>
                  </a:lnTo>
                  <a:lnTo>
                    <a:pt x="94208" y="32283"/>
                  </a:lnTo>
                  <a:lnTo>
                    <a:pt x="95592" y="26885"/>
                  </a:lnTo>
                  <a:lnTo>
                    <a:pt x="97028" y="21005"/>
                  </a:lnTo>
                  <a:close/>
                </a:path>
                <a:path w="174625" h="274320">
                  <a:moveTo>
                    <a:pt x="174574" y="0"/>
                  </a:moveTo>
                  <a:lnTo>
                    <a:pt x="144716" y="0"/>
                  </a:lnTo>
                  <a:lnTo>
                    <a:pt x="76200" y="273977"/>
                  </a:lnTo>
                  <a:lnTo>
                    <a:pt x="106057" y="273977"/>
                  </a:lnTo>
                  <a:lnTo>
                    <a:pt x="174574" y="0"/>
                  </a:lnTo>
                  <a:close/>
                </a:path>
              </a:pathLst>
            </a:custGeom>
            <a:solidFill>
              <a:srgbClr val="8FA2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976675" y="5131975"/>
            <a:ext cx="910590" cy="344170"/>
            <a:chOff x="3976675" y="5131975"/>
            <a:chExt cx="910590" cy="344170"/>
          </a:xfrm>
        </p:grpSpPr>
        <p:sp>
          <p:nvSpPr>
            <p:cNvPr id="17" name="object 17"/>
            <p:cNvSpPr/>
            <p:nvPr/>
          </p:nvSpPr>
          <p:spPr>
            <a:xfrm>
              <a:off x="3976675" y="5131980"/>
              <a:ext cx="415925" cy="344170"/>
            </a:xfrm>
            <a:custGeom>
              <a:avLst/>
              <a:gdLst/>
              <a:ahLst/>
              <a:cxnLst/>
              <a:rect l="l" t="t" r="r" b="b"/>
              <a:pathLst>
                <a:path w="415925" h="344170">
                  <a:moveTo>
                    <a:pt x="223799" y="66624"/>
                  </a:moveTo>
                  <a:lnTo>
                    <a:pt x="209740" y="22682"/>
                  </a:lnTo>
                  <a:lnTo>
                    <a:pt x="170053" y="1841"/>
                  </a:lnTo>
                  <a:lnTo>
                    <a:pt x="149529" y="0"/>
                  </a:lnTo>
                  <a:lnTo>
                    <a:pt x="134874" y="635"/>
                  </a:lnTo>
                  <a:lnTo>
                    <a:pt x="96291" y="10160"/>
                  </a:lnTo>
                  <a:lnTo>
                    <a:pt x="59245" y="36868"/>
                  </a:lnTo>
                  <a:lnTo>
                    <a:pt x="40462" y="72567"/>
                  </a:lnTo>
                  <a:lnTo>
                    <a:pt x="38366" y="84480"/>
                  </a:lnTo>
                  <a:lnTo>
                    <a:pt x="38392" y="95224"/>
                  </a:lnTo>
                  <a:lnTo>
                    <a:pt x="59232" y="127165"/>
                  </a:lnTo>
                  <a:lnTo>
                    <a:pt x="120929" y="151333"/>
                  </a:lnTo>
                  <a:lnTo>
                    <a:pt x="130022" y="154609"/>
                  </a:lnTo>
                  <a:lnTo>
                    <a:pt x="166039" y="182956"/>
                  </a:lnTo>
                  <a:lnTo>
                    <a:pt x="166217" y="189395"/>
                  </a:lnTo>
                  <a:lnTo>
                    <a:pt x="164363" y="197002"/>
                  </a:lnTo>
                  <a:lnTo>
                    <a:pt x="139496" y="231267"/>
                  </a:lnTo>
                  <a:lnTo>
                    <a:pt x="100672" y="244894"/>
                  </a:lnTo>
                  <a:lnTo>
                    <a:pt x="91528" y="245287"/>
                  </a:lnTo>
                  <a:lnTo>
                    <a:pt x="78295" y="244462"/>
                  </a:lnTo>
                  <a:lnTo>
                    <a:pt x="41579" y="224802"/>
                  </a:lnTo>
                  <a:lnTo>
                    <a:pt x="33616" y="195567"/>
                  </a:lnTo>
                  <a:lnTo>
                    <a:pt x="0" y="204736"/>
                  </a:lnTo>
                  <a:lnTo>
                    <a:pt x="11976" y="246583"/>
                  </a:lnTo>
                  <a:lnTo>
                    <a:pt x="48933" y="269887"/>
                  </a:lnTo>
                  <a:lnTo>
                    <a:pt x="83439" y="274332"/>
                  </a:lnTo>
                  <a:lnTo>
                    <a:pt x="97193" y="273710"/>
                  </a:lnTo>
                  <a:lnTo>
                    <a:pt x="135229" y="264261"/>
                  </a:lnTo>
                  <a:lnTo>
                    <a:pt x="174967" y="236296"/>
                  </a:lnTo>
                  <a:lnTo>
                    <a:pt x="196735" y="195935"/>
                  </a:lnTo>
                  <a:lnTo>
                    <a:pt x="199453" y="177584"/>
                  </a:lnTo>
                  <a:lnTo>
                    <a:pt x="199072" y="169837"/>
                  </a:lnTo>
                  <a:lnTo>
                    <a:pt x="175475" y="138950"/>
                  </a:lnTo>
                  <a:lnTo>
                    <a:pt x="108889" y="114198"/>
                  </a:lnTo>
                  <a:lnTo>
                    <a:pt x="97980" y="110020"/>
                  </a:lnTo>
                  <a:lnTo>
                    <a:pt x="71602" y="78562"/>
                  </a:lnTo>
                  <a:lnTo>
                    <a:pt x="72821" y="71031"/>
                  </a:lnTo>
                  <a:lnTo>
                    <a:pt x="101066" y="36817"/>
                  </a:lnTo>
                  <a:lnTo>
                    <a:pt x="140716" y="27965"/>
                  </a:lnTo>
                  <a:lnTo>
                    <a:pt x="153162" y="28803"/>
                  </a:lnTo>
                  <a:lnTo>
                    <a:pt x="186461" y="48552"/>
                  </a:lnTo>
                  <a:lnTo>
                    <a:pt x="193497" y="74726"/>
                  </a:lnTo>
                  <a:lnTo>
                    <a:pt x="223799" y="66624"/>
                  </a:lnTo>
                  <a:close/>
                </a:path>
                <a:path w="415925" h="344170">
                  <a:moveTo>
                    <a:pt x="415328" y="136080"/>
                  </a:moveTo>
                  <a:lnTo>
                    <a:pt x="413893" y="124447"/>
                  </a:lnTo>
                  <a:lnTo>
                    <a:pt x="411060" y="113817"/>
                  </a:lnTo>
                  <a:lnTo>
                    <a:pt x="406882" y="104419"/>
                  </a:lnTo>
                  <a:lnTo>
                    <a:pt x="406006" y="103136"/>
                  </a:lnTo>
                  <a:lnTo>
                    <a:pt x="401345" y="96240"/>
                  </a:lnTo>
                  <a:lnTo>
                    <a:pt x="394474" y="89293"/>
                  </a:lnTo>
                  <a:lnTo>
                    <a:pt x="386321" y="83743"/>
                  </a:lnTo>
                  <a:lnTo>
                    <a:pt x="383159" y="82410"/>
                  </a:lnTo>
                  <a:lnTo>
                    <a:pt x="383159" y="147027"/>
                  </a:lnTo>
                  <a:lnTo>
                    <a:pt x="383133" y="156146"/>
                  </a:lnTo>
                  <a:lnTo>
                    <a:pt x="372935" y="196964"/>
                  </a:lnTo>
                  <a:lnTo>
                    <a:pt x="372808" y="197205"/>
                  </a:lnTo>
                  <a:lnTo>
                    <a:pt x="368363" y="206235"/>
                  </a:lnTo>
                  <a:lnTo>
                    <a:pt x="336651" y="239356"/>
                  </a:lnTo>
                  <a:lnTo>
                    <a:pt x="304190" y="247815"/>
                  </a:lnTo>
                  <a:lnTo>
                    <a:pt x="295630" y="247281"/>
                  </a:lnTo>
                  <a:lnTo>
                    <a:pt x="296265" y="247281"/>
                  </a:lnTo>
                  <a:lnTo>
                    <a:pt x="289420" y="245922"/>
                  </a:lnTo>
                  <a:lnTo>
                    <a:pt x="260858" y="216166"/>
                  </a:lnTo>
                  <a:lnTo>
                    <a:pt x="259283" y="196964"/>
                  </a:lnTo>
                  <a:lnTo>
                    <a:pt x="260502" y="185928"/>
                  </a:lnTo>
                  <a:lnTo>
                    <a:pt x="275932" y="142125"/>
                  </a:lnTo>
                  <a:lnTo>
                    <a:pt x="302450" y="114693"/>
                  </a:lnTo>
                  <a:lnTo>
                    <a:pt x="338988" y="103136"/>
                  </a:lnTo>
                  <a:lnTo>
                    <a:pt x="347548" y="103720"/>
                  </a:lnTo>
                  <a:lnTo>
                    <a:pt x="380123" y="130644"/>
                  </a:lnTo>
                  <a:lnTo>
                    <a:pt x="383159" y="147027"/>
                  </a:lnTo>
                  <a:lnTo>
                    <a:pt x="383159" y="82410"/>
                  </a:lnTo>
                  <a:lnTo>
                    <a:pt x="376974" y="79781"/>
                  </a:lnTo>
                  <a:lnTo>
                    <a:pt x="366445" y="77406"/>
                  </a:lnTo>
                  <a:lnTo>
                    <a:pt x="354723" y="76606"/>
                  </a:lnTo>
                  <a:lnTo>
                    <a:pt x="344081" y="77254"/>
                  </a:lnTo>
                  <a:lnTo>
                    <a:pt x="303161" y="92519"/>
                  </a:lnTo>
                  <a:lnTo>
                    <a:pt x="279374" y="114554"/>
                  </a:lnTo>
                  <a:lnTo>
                    <a:pt x="278650" y="114554"/>
                  </a:lnTo>
                  <a:lnTo>
                    <a:pt x="284772" y="81013"/>
                  </a:lnTo>
                  <a:lnTo>
                    <a:pt x="257162" y="81013"/>
                  </a:lnTo>
                  <a:lnTo>
                    <a:pt x="191439" y="343928"/>
                  </a:lnTo>
                  <a:lnTo>
                    <a:pt x="221284" y="343928"/>
                  </a:lnTo>
                  <a:lnTo>
                    <a:pt x="247548" y="239001"/>
                  </a:lnTo>
                  <a:lnTo>
                    <a:pt x="248259" y="239001"/>
                  </a:lnTo>
                  <a:lnTo>
                    <a:pt x="275755" y="268820"/>
                  </a:lnTo>
                  <a:lnTo>
                    <a:pt x="303923" y="273977"/>
                  </a:lnTo>
                  <a:lnTo>
                    <a:pt x="315747" y="273202"/>
                  </a:lnTo>
                  <a:lnTo>
                    <a:pt x="360299" y="254863"/>
                  </a:lnTo>
                  <a:lnTo>
                    <a:pt x="387731" y="226860"/>
                  </a:lnTo>
                  <a:lnTo>
                    <a:pt x="406857" y="189649"/>
                  </a:lnTo>
                  <a:lnTo>
                    <a:pt x="415328" y="148501"/>
                  </a:lnTo>
                  <a:lnTo>
                    <a:pt x="415328" y="136080"/>
                  </a:lnTo>
                  <a:close/>
                </a:path>
              </a:pathLst>
            </a:custGeom>
            <a:solidFill>
              <a:srgbClr val="8FA2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4507" y="5208224"/>
              <a:ext cx="180944" cy="19844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9801" y="5208584"/>
              <a:ext cx="307340" cy="194310"/>
            </a:xfrm>
            <a:custGeom>
              <a:avLst/>
              <a:gdLst/>
              <a:ahLst/>
              <a:cxnLst/>
              <a:rect l="l" t="t" r="r" b="b"/>
              <a:pathLst>
                <a:path w="307339" h="194310">
                  <a:moveTo>
                    <a:pt x="272178" y="194040"/>
                  </a:moveTo>
                  <a:lnTo>
                    <a:pt x="242685" y="194040"/>
                  </a:lnTo>
                  <a:lnTo>
                    <a:pt x="272538" y="74721"/>
                  </a:lnTo>
                  <a:lnTo>
                    <a:pt x="274791" y="62778"/>
                  </a:lnTo>
                  <a:lnTo>
                    <a:pt x="252689" y="27576"/>
                  </a:lnTo>
                  <a:lnTo>
                    <a:pt x="244754" y="26885"/>
                  </a:lnTo>
                  <a:lnTo>
                    <a:pt x="238094" y="27278"/>
                  </a:lnTo>
                  <a:lnTo>
                    <a:pt x="199402" y="46582"/>
                  </a:lnTo>
                  <a:lnTo>
                    <a:pt x="177945" y="86140"/>
                  </a:lnTo>
                  <a:lnTo>
                    <a:pt x="150970" y="194040"/>
                  </a:lnTo>
                  <a:lnTo>
                    <a:pt x="121118" y="194040"/>
                  </a:lnTo>
                  <a:lnTo>
                    <a:pt x="150970" y="74721"/>
                  </a:lnTo>
                  <a:lnTo>
                    <a:pt x="153280" y="62599"/>
                  </a:lnTo>
                  <a:lnTo>
                    <a:pt x="153735" y="52399"/>
                  </a:lnTo>
                  <a:lnTo>
                    <a:pt x="152336" y="44121"/>
                  </a:lnTo>
                  <a:lnTo>
                    <a:pt x="124265" y="26885"/>
                  </a:lnTo>
                  <a:lnTo>
                    <a:pt x="117459" y="27301"/>
                  </a:lnTo>
                  <a:lnTo>
                    <a:pt x="77688" y="47279"/>
                  </a:lnTo>
                  <a:lnTo>
                    <a:pt x="56377" y="86140"/>
                  </a:lnTo>
                  <a:lnTo>
                    <a:pt x="29402" y="194040"/>
                  </a:lnTo>
                  <a:lnTo>
                    <a:pt x="0" y="194040"/>
                  </a:lnTo>
                  <a:lnTo>
                    <a:pt x="47386" y="4405"/>
                  </a:lnTo>
                  <a:lnTo>
                    <a:pt x="75350" y="4405"/>
                  </a:lnTo>
                  <a:lnTo>
                    <a:pt x="68876" y="36056"/>
                  </a:lnTo>
                  <a:lnTo>
                    <a:pt x="69685" y="36056"/>
                  </a:lnTo>
                  <a:lnTo>
                    <a:pt x="101336" y="9261"/>
                  </a:lnTo>
                  <a:lnTo>
                    <a:pt x="137932" y="0"/>
                  </a:lnTo>
                  <a:lnTo>
                    <a:pt x="147564" y="657"/>
                  </a:lnTo>
                  <a:lnTo>
                    <a:pt x="180148" y="23513"/>
                  </a:lnTo>
                  <a:lnTo>
                    <a:pt x="183610" y="41631"/>
                  </a:lnTo>
                  <a:lnTo>
                    <a:pt x="184329" y="41631"/>
                  </a:lnTo>
                  <a:lnTo>
                    <a:pt x="217239" y="10520"/>
                  </a:lnTo>
                  <a:lnTo>
                    <a:pt x="257612" y="0"/>
                  </a:lnTo>
                  <a:lnTo>
                    <a:pt x="265485" y="427"/>
                  </a:lnTo>
                  <a:lnTo>
                    <a:pt x="301429" y="21551"/>
                  </a:lnTo>
                  <a:lnTo>
                    <a:pt x="307066" y="45497"/>
                  </a:lnTo>
                  <a:lnTo>
                    <a:pt x="306234" y="55546"/>
                  </a:lnTo>
                  <a:lnTo>
                    <a:pt x="304009" y="66628"/>
                  </a:lnTo>
                  <a:lnTo>
                    <a:pt x="272178" y="194040"/>
                  </a:lnTo>
                  <a:close/>
                </a:path>
              </a:pathLst>
            </a:custGeom>
            <a:solidFill>
              <a:srgbClr val="8FA2B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5659" y="5133773"/>
            <a:ext cx="1578217" cy="27289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643675" y="5131975"/>
            <a:ext cx="1202690" cy="349250"/>
            <a:chOff x="6643675" y="5131975"/>
            <a:chExt cx="1202690" cy="349250"/>
          </a:xfrm>
        </p:grpSpPr>
        <p:sp>
          <p:nvSpPr>
            <p:cNvPr id="22" name="object 22"/>
            <p:cNvSpPr/>
            <p:nvPr/>
          </p:nvSpPr>
          <p:spPr>
            <a:xfrm>
              <a:off x="6643675" y="5131980"/>
              <a:ext cx="421640" cy="349250"/>
            </a:xfrm>
            <a:custGeom>
              <a:avLst/>
              <a:gdLst/>
              <a:ahLst/>
              <a:cxnLst/>
              <a:rect l="l" t="t" r="r" b="b"/>
              <a:pathLst>
                <a:path w="421640" h="349250">
                  <a:moveTo>
                    <a:pt x="223799" y="66624"/>
                  </a:moveTo>
                  <a:lnTo>
                    <a:pt x="209740" y="22682"/>
                  </a:lnTo>
                  <a:lnTo>
                    <a:pt x="170053" y="1841"/>
                  </a:lnTo>
                  <a:lnTo>
                    <a:pt x="149529" y="0"/>
                  </a:lnTo>
                  <a:lnTo>
                    <a:pt x="134874" y="635"/>
                  </a:lnTo>
                  <a:lnTo>
                    <a:pt x="96291" y="10160"/>
                  </a:lnTo>
                  <a:lnTo>
                    <a:pt x="59245" y="36868"/>
                  </a:lnTo>
                  <a:lnTo>
                    <a:pt x="40462" y="72567"/>
                  </a:lnTo>
                  <a:lnTo>
                    <a:pt x="38366" y="84480"/>
                  </a:lnTo>
                  <a:lnTo>
                    <a:pt x="38392" y="95224"/>
                  </a:lnTo>
                  <a:lnTo>
                    <a:pt x="59232" y="127165"/>
                  </a:lnTo>
                  <a:lnTo>
                    <a:pt x="120929" y="151333"/>
                  </a:lnTo>
                  <a:lnTo>
                    <a:pt x="130022" y="154609"/>
                  </a:lnTo>
                  <a:lnTo>
                    <a:pt x="166039" y="182956"/>
                  </a:lnTo>
                  <a:lnTo>
                    <a:pt x="166217" y="189395"/>
                  </a:lnTo>
                  <a:lnTo>
                    <a:pt x="164363" y="197002"/>
                  </a:lnTo>
                  <a:lnTo>
                    <a:pt x="139496" y="231267"/>
                  </a:lnTo>
                  <a:lnTo>
                    <a:pt x="100672" y="244894"/>
                  </a:lnTo>
                  <a:lnTo>
                    <a:pt x="91528" y="245287"/>
                  </a:lnTo>
                  <a:lnTo>
                    <a:pt x="78295" y="244462"/>
                  </a:lnTo>
                  <a:lnTo>
                    <a:pt x="41579" y="224802"/>
                  </a:lnTo>
                  <a:lnTo>
                    <a:pt x="33616" y="195567"/>
                  </a:lnTo>
                  <a:lnTo>
                    <a:pt x="0" y="204736"/>
                  </a:lnTo>
                  <a:lnTo>
                    <a:pt x="11976" y="246583"/>
                  </a:lnTo>
                  <a:lnTo>
                    <a:pt x="48933" y="269887"/>
                  </a:lnTo>
                  <a:lnTo>
                    <a:pt x="83439" y="274332"/>
                  </a:lnTo>
                  <a:lnTo>
                    <a:pt x="97193" y="273710"/>
                  </a:lnTo>
                  <a:lnTo>
                    <a:pt x="135229" y="264261"/>
                  </a:lnTo>
                  <a:lnTo>
                    <a:pt x="174967" y="236296"/>
                  </a:lnTo>
                  <a:lnTo>
                    <a:pt x="196735" y="195935"/>
                  </a:lnTo>
                  <a:lnTo>
                    <a:pt x="199453" y="177584"/>
                  </a:lnTo>
                  <a:lnTo>
                    <a:pt x="199072" y="169837"/>
                  </a:lnTo>
                  <a:lnTo>
                    <a:pt x="175475" y="138950"/>
                  </a:lnTo>
                  <a:lnTo>
                    <a:pt x="108889" y="114198"/>
                  </a:lnTo>
                  <a:lnTo>
                    <a:pt x="97980" y="110020"/>
                  </a:lnTo>
                  <a:lnTo>
                    <a:pt x="71602" y="78562"/>
                  </a:lnTo>
                  <a:lnTo>
                    <a:pt x="72821" y="71031"/>
                  </a:lnTo>
                  <a:lnTo>
                    <a:pt x="101066" y="36817"/>
                  </a:lnTo>
                  <a:lnTo>
                    <a:pt x="140716" y="27965"/>
                  </a:lnTo>
                  <a:lnTo>
                    <a:pt x="153162" y="28803"/>
                  </a:lnTo>
                  <a:lnTo>
                    <a:pt x="186461" y="48552"/>
                  </a:lnTo>
                  <a:lnTo>
                    <a:pt x="193497" y="74726"/>
                  </a:lnTo>
                  <a:lnTo>
                    <a:pt x="223799" y="66624"/>
                  </a:lnTo>
                  <a:close/>
                </a:path>
                <a:path w="421640" h="349250">
                  <a:moveTo>
                    <a:pt x="421449" y="81013"/>
                  </a:moveTo>
                  <a:lnTo>
                    <a:pt x="387540" y="81013"/>
                  </a:lnTo>
                  <a:lnTo>
                    <a:pt x="294843" y="233870"/>
                  </a:lnTo>
                  <a:lnTo>
                    <a:pt x="293674" y="233870"/>
                  </a:lnTo>
                  <a:lnTo>
                    <a:pt x="274066" y="81013"/>
                  </a:lnTo>
                  <a:lnTo>
                    <a:pt x="240169" y="81013"/>
                  </a:lnTo>
                  <a:lnTo>
                    <a:pt x="268681" y="273253"/>
                  </a:lnTo>
                  <a:lnTo>
                    <a:pt x="256082" y="292773"/>
                  </a:lnTo>
                  <a:lnTo>
                    <a:pt x="224193" y="319290"/>
                  </a:lnTo>
                  <a:lnTo>
                    <a:pt x="212864" y="319290"/>
                  </a:lnTo>
                  <a:lnTo>
                    <a:pt x="209359" y="318998"/>
                  </a:lnTo>
                  <a:lnTo>
                    <a:pt x="202285" y="317792"/>
                  </a:lnTo>
                  <a:lnTo>
                    <a:pt x="199199" y="316992"/>
                  </a:lnTo>
                  <a:lnTo>
                    <a:pt x="196557" y="315963"/>
                  </a:lnTo>
                  <a:lnTo>
                    <a:pt x="189191" y="345465"/>
                  </a:lnTo>
                  <a:lnTo>
                    <a:pt x="195237" y="347675"/>
                  </a:lnTo>
                  <a:lnTo>
                    <a:pt x="202082" y="348792"/>
                  </a:lnTo>
                  <a:lnTo>
                    <a:pt x="209689" y="348792"/>
                  </a:lnTo>
                  <a:lnTo>
                    <a:pt x="248894" y="337731"/>
                  </a:lnTo>
                  <a:lnTo>
                    <a:pt x="283514" y="299783"/>
                  </a:lnTo>
                  <a:lnTo>
                    <a:pt x="421449" y="81013"/>
                  </a:lnTo>
                  <a:close/>
                </a:path>
              </a:pathLst>
            </a:custGeom>
            <a:solidFill>
              <a:srgbClr val="8FA2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8546" y="5208584"/>
              <a:ext cx="171561" cy="19700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245364" y="5150408"/>
              <a:ext cx="112395" cy="255904"/>
            </a:xfrm>
            <a:custGeom>
              <a:avLst/>
              <a:gdLst/>
              <a:ahLst/>
              <a:cxnLst/>
              <a:rect l="l" t="t" r="r" b="b"/>
              <a:pathLst>
                <a:path w="112395" h="255904">
                  <a:moveTo>
                    <a:pt x="37630" y="255903"/>
                  </a:moveTo>
                  <a:lnTo>
                    <a:pt x="1652" y="236324"/>
                  </a:lnTo>
                  <a:lnTo>
                    <a:pt x="0" y="227579"/>
                  </a:lnTo>
                  <a:lnTo>
                    <a:pt x="303" y="217172"/>
                  </a:lnTo>
                  <a:lnTo>
                    <a:pt x="2562" y="205100"/>
                  </a:lnTo>
                  <a:lnTo>
                    <a:pt x="32325" y="86140"/>
                  </a:lnTo>
                  <a:lnTo>
                    <a:pt x="2113" y="86140"/>
                  </a:lnTo>
                  <a:lnTo>
                    <a:pt x="7957" y="62582"/>
                  </a:lnTo>
                  <a:lnTo>
                    <a:pt x="38169" y="62582"/>
                  </a:lnTo>
                  <a:lnTo>
                    <a:pt x="53815" y="0"/>
                  </a:lnTo>
                  <a:lnTo>
                    <a:pt x="83577" y="0"/>
                  </a:lnTo>
                  <a:lnTo>
                    <a:pt x="67932" y="62582"/>
                  </a:lnTo>
                  <a:lnTo>
                    <a:pt x="112171" y="62582"/>
                  </a:lnTo>
                  <a:lnTo>
                    <a:pt x="106326" y="86140"/>
                  </a:lnTo>
                  <a:lnTo>
                    <a:pt x="62087" y="86140"/>
                  </a:lnTo>
                  <a:lnTo>
                    <a:pt x="30946" y="210525"/>
                  </a:lnTo>
                  <a:lnTo>
                    <a:pt x="31306" y="217898"/>
                  </a:lnTo>
                  <a:lnTo>
                    <a:pt x="37720" y="227729"/>
                  </a:lnTo>
                  <a:lnTo>
                    <a:pt x="43384" y="230187"/>
                  </a:lnTo>
                  <a:lnTo>
                    <a:pt x="54175" y="230187"/>
                  </a:lnTo>
                  <a:lnTo>
                    <a:pt x="63166" y="228928"/>
                  </a:lnTo>
                  <a:lnTo>
                    <a:pt x="69460" y="227220"/>
                  </a:lnTo>
                  <a:lnTo>
                    <a:pt x="63346" y="251857"/>
                  </a:lnTo>
                  <a:lnTo>
                    <a:pt x="57895" y="253627"/>
                  </a:lnTo>
                  <a:lnTo>
                    <a:pt x="51792" y="254892"/>
                  </a:lnTo>
                  <a:lnTo>
                    <a:pt x="45037" y="255650"/>
                  </a:lnTo>
                  <a:lnTo>
                    <a:pt x="37630" y="255903"/>
                  </a:lnTo>
                  <a:close/>
                </a:path>
              </a:pathLst>
            </a:custGeom>
            <a:solidFill>
              <a:srgbClr val="8FA2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46086" y="5208224"/>
              <a:ext cx="183914" cy="19808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538901" y="5208584"/>
              <a:ext cx="307340" cy="194310"/>
            </a:xfrm>
            <a:custGeom>
              <a:avLst/>
              <a:gdLst/>
              <a:ahLst/>
              <a:cxnLst/>
              <a:rect l="l" t="t" r="r" b="b"/>
              <a:pathLst>
                <a:path w="307340" h="194310">
                  <a:moveTo>
                    <a:pt x="272178" y="194040"/>
                  </a:moveTo>
                  <a:lnTo>
                    <a:pt x="242685" y="194040"/>
                  </a:lnTo>
                  <a:lnTo>
                    <a:pt x="272538" y="74721"/>
                  </a:lnTo>
                  <a:lnTo>
                    <a:pt x="274792" y="62778"/>
                  </a:lnTo>
                  <a:lnTo>
                    <a:pt x="252689" y="27576"/>
                  </a:lnTo>
                  <a:lnTo>
                    <a:pt x="244754" y="26885"/>
                  </a:lnTo>
                  <a:lnTo>
                    <a:pt x="238094" y="27278"/>
                  </a:lnTo>
                  <a:lnTo>
                    <a:pt x="199402" y="46582"/>
                  </a:lnTo>
                  <a:lnTo>
                    <a:pt x="177945" y="86140"/>
                  </a:lnTo>
                  <a:lnTo>
                    <a:pt x="150970" y="194040"/>
                  </a:lnTo>
                  <a:lnTo>
                    <a:pt x="121118" y="194040"/>
                  </a:lnTo>
                  <a:lnTo>
                    <a:pt x="150970" y="74721"/>
                  </a:lnTo>
                  <a:lnTo>
                    <a:pt x="153280" y="62599"/>
                  </a:lnTo>
                  <a:lnTo>
                    <a:pt x="153735" y="52399"/>
                  </a:lnTo>
                  <a:lnTo>
                    <a:pt x="152336" y="44121"/>
                  </a:lnTo>
                  <a:lnTo>
                    <a:pt x="124265" y="26885"/>
                  </a:lnTo>
                  <a:lnTo>
                    <a:pt x="117459" y="27301"/>
                  </a:lnTo>
                  <a:lnTo>
                    <a:pt x="77688" y="47279"/>
                  </a:lnTo>
                  <a:lnTo>
                    <a:pt x="56377" y="86140"/>
                  </a:lnTo>
                  <a:lnTo>
                    <a:pt x="29402" y="194040"/>
                  </a:lnTo>
                  <a:lnTo>
                    <a:pt x="0" y="194040"/>
                  </a:lnTo>
                  <a:lnTo>
                    <a:pt x="47386" y="4405"/>
                  </a:lnTo>
                  <a:lnTo>
                    <a:pt x="75350" y="4405"/>
                  </a:lnTo>
                  <a:lnTo>
                    <a:pt x="68876" y="36056"/>
                  </a:lnTo>
                  <a:lnTo>
                    <a:pt x="69685" y="36056"/>
                  </a:lnTo>
                  <a:lnTo>
                    <a:pt x="101336" y="9261"/>
                  </a:lnTo>
                  <a:lnTo>
                    <a:pt x="137932" y="0"/>
                  </a:lnTo>
                  <a:lnTo>
                    <a:pt x="147565" y="657"/>
                  </a:lnTo>
                  <a:lnTo>
                    <a:pt x="180148" y="23513"/>
                  </a:lnTo>
                  <a:lnTo>
                    <a:pt x="183610" y="41631"/>
                  </a:lnTo>
                  <a:lnTo>
                    <a:pt x="184329" y="41631"/>
                  </a:lnTo>
                  <a:lnTo>
                    <a:pt x="217239" y="10520"/>
                  </a:lnTo>
                  <a:lnTo>
                    <a:pt x="257612" y="0"/>
                  </a:lnTo>
                  <a:lnTo>
                    <a:pt x="265485" y="427"/>
                  </a:lnTo>
                  <a:lnTo>
                    <a:pt x="301429" y="21551"/>
                  </a:lnTo>
                  <a:lnTo>
                    <a:pt x="307066" y="45497"/>
                  </a:lnTo>
                  <a:lnTo>
                    <a:pt x="306234" y="55546"/>
                  </a:lnTo>
                  <a:lnTo>
                    <a:pt x="304009" y="66628"/>
                  </a:lnTo>
                  <a:lnTo>
                    <a:pt x="272178" y="194040"/>
                  </a:lnTo>
                  <a:close/>
                </a:path>
              </a:pathLst>
            </a:custGeom>
            <a:solidFill>
              <a:srgbClr val="8FA2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853453" y="6157054"/>
            <a:ext cx="10485755" cy="1889760"/>
          </a:xfrm>
          <a:custGeom>
            <a:avLst/>
            <a:gdLst/>
            <a:ahLst/>
            <a:cxnLst/>
            <a:rect l="l" t="t" r="r" b="b"/>
            <a:pathLst>
              <a:path w="10485755" h="1889759">
                <a:moveTo>
                  <a:pt x="10363327" y="1889760"/>
                </a:moveTo>
                <a:lnTo>
                  <a:pt x="121919" y="1889760"/>
                </a:lnTo>
                <a:lnTo>
                  <a:pt x="74463" y="1880179"/>
                </a:lnTo>
                <a:lnTo>
                  <a:pt x="35709" y="1854050"/>
                </a:lnTo>
                <a:lnTo>
                  <a:pt x="9581" y="1815296"/>
                </a:lnTo>
                <a:lnTo>
                  <a:pt x="0" y="1767839"/>
                </a:lnTo>
                <a:lnTo>
                  <a:pt x="0" y="121920"/>
                </a:lnTo>
                <a:lnTo>
                  <a:pt x="9581" y="74463"/>
                </a:lnTo>
                <a:lnTo>
                  <a:pt x="35709" y="35709"/>
                </a:lnTo>
                <a:lnTo>
                  <a:pt x="74463" y="9581"/>
                </a:lnTo>
                <a:lnTo>
                  <a:pt x="121919" y="0"/>
                </a:lnTo>
                <a:lnTo>
                  <a:pt x="10363327" y="0"/>
                </a:lnTo>
                <a:lnTo>
                  <a:pt x="10410784" y="9581"/>
                </a:lnTo>
                <a:lnTo>
                  <a:pt x="10449537" y="35709"/>
                </a:lnTo>
                <a:lnTo>
                  <a:pt x="10475666" y="74463"/>
                </a:lnTo>
                <a:lnTo>
                  <a:pt x="10485247" y="121920"/>
                </a:lnTo>
                <a:lnTo>
                  <a:pt x="10485247" y="1767839"/>
                </a:lnTo>
                <a:lnTo>
                  <a:pt x="10475666" y="1815296"/>
                </a:lnTo>
                <a:lnTo>
                  <a:pt x="10449537" y="1854050"/>
                </a:lnTo>
                <a:lnTo>
                  <a:pt x="10410784" y="1880179"/>
                </a:lnTo>
                <a:lnTo>
                  <a:pt x="10363327" y="1889760"/>
                </a:lnTo>
                <a:close/>
              </a:path>
            </a:pathLst>
          </a:custGeom>
          <a:solidFill>
            <a:srgbClr val="111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320800" y="6595445"/>
            <a:ext cx="4552315" cy="88900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2100" spc="-70">
                <a:solidFill>
                  <a:srgbClr val="8FA2BE"/>
                </a:solidFill>
                <a:latin typeface="Arial MT"/>
                <a:cs typeface="Arial MT"/>
              </a:rPr>
              <a:t>Submitted</a:t>
            </a:r>
            <a:r>
              <a:rPr dirty="0" sz="2100" spc="-9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8FA2BE"/>
                </a:solidFill>
                <a:latin typeface="Arial MT"/>
                <a:cs typeface="Arial MT"/>
              </a:rPr>
              <a:t>by</a:t>
            </a:r>
            <a:r>
              <a:rPr dirty="0" sz="2100" spc="229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95" b="1">
                <a:solidFill>
                  <a:srgbClr val="F5F6FA"/>
                </a:solidFill>
                <a:latin typeface="Arial"/>
                <a:cs typeface="Arial"/>
              </a:rPr>
              <a:t>A</a:t>
            </a:r>
            <a:r>
              <a:rPr dirty="0" sz="2150" spc="-95" b="1">
                <a:solidFill>
                  <a:srgbClr val="F5F6FA"/>
                </a:solidFill>
                <a:latin typeface="Arial"/>
                <a:cs typeface="Arial"/>
              </a:rPr>
              <a:t>vj</a:t>
            </a:r>
            <a:r>
              <a:rPr dirty="0" sz="2100" spc="-95" b="1">
                <a:solidFill>
                  <a:srgbClr val="F5F6FA"/>
                </a:solidFill>
                <a:latin typeface="Arial"/>
                <a:cs typeface="Arial"/>
              </a:rPr>
              <a:t>ee</a:t>
            </a:r>
            <a:r>
              <a:rPr dirty="0" sz="2150" spc="-95" b="1">
                <a:solidFill>
                  <a:srgbClr val="F5F6FA"/>
                </a:solidFill>
                <a:latin typeface="Arial"/>
                <a:cs typeface="Arial"/>
              </a:rPr>
              <a:t>t</a:t>
            </a:r>
            <a:r>
              <a:rPr dirty="0" sz="2150" spc="-19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5F6FA"/>
                </a:solidFill>
                <a:latin typeface="Arial"/>
                <a:cs typeface="Arial"/>
              </a:rPr>
              <a:t>K</a:t>
            </a:r>
            <a:r>
              <a:rPr dirty="0" sz="2150" spc="-20" b="1">
                <a:solidFill>
                  <a:srgbClr val="F5F6FA"/>
                </a:solidFill>
                <a:latin typeface="Arial"/>
                <a:cs typeface="Arial"/>
              </a:rPr>
              <a:t>um</a:t>
            </a:r>
            <a:r>
              <a:rPr dirty="0" sz="2100" spc="-20" b="1">
                <a:solidFill>
                  <a:srgbClr val="F5F6FA"/>
                </a:solidFill>
                <a:latin typeface="Arial"/>
                <a:cs typeface="Arial"/>
              </a:rPr>
              <a:t>a</a:t>
            </a:r>
            <a:r>
              <a:rPr dirty="0" sz="2150" spc="-20" b="1">
                <a:solidFill>
                  <a:srgbClr val="F5F6FA"/>
                </a:solidFill>
                <a:latin typeface="Arial"/>
                <a:cs typeface="Arial"/>
              </a:rPr>
              <a:t>r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100" spc="-85">
                <a:solidFill>
                  <a:srgbClr val="8FA2BE"/>
                </a:solidFill>
                <a:latin typeface="Arial MT"/>
                <a:cs typeface="Arial MT"/>
              </a:rPr>
              <a:t>Technical </a:t>
            </a:r>
            <a:r>
              <a:rPr dirty="0" sz="2100">
                <a:solidFill>
                  <a:srgbClr val="8FA2BE"/>
                </a:solidFill>
                <a:latin typeface="Arial MT"/>
                <a:cs typeface="Arial MT"/>
              </a:rPr>
              <a:t>Mentor</a:t>
            </a:r>
            <a:r>
              <a:rPr dirty="0" sz="2100" spc="12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65" b="1">
                <a:solidFill>
                  <a:srgbClr val="F5F6FA"/>
                </a:solidFill>
                <a:latin typeface="Arial"/>
                <a:cs typeface="Arial"/>
              </a:rPr>
              <a:t>M</a:t>
            </a:r>
            <a:r>
              <a:rPr dirty="0" sz="2150" spc="65" b="1">
                <a:solidFill>
                  <a:srgbClr val="F5F6FA"/>
                </a:solidFill>
                <a:latin typeface="Arial"/>
                <a:cs typeface="Arial"/>
              </a:rPr>
              <a:t>r</a:t>
            </a:r>
            <a:r>
              <a:rPr dirty="0" sz="1950" spc="65" b="1">
                <a:solidFill>
                  <a:srgbClr val="F5F6FA"/>
                </a:solidFill>
                <a:latin typeface="Roboto Cn"/>
                <a:cs typeface="Roboto Cn"/>
              </a:rPr>
              <a:t>.</a:t>
            </a:r>
            <a:r>
              <a:rPr dirty="0" sz="1950" spc="30" b="1">
                <a:solidFill>
                  <a:srgbClr val="F5F6FA"/>
                </a:solidFill>
                <a:latin typeface="Roboto Cn"/>
                <a:cs typeface="Roboto Cn"/>
              </a:rPr>
              <a:t> </a:t>
            </a:r>
            <a:r>
              <a:rPr dirty="0" sz="2100" spc="-140" b="1">
                <a:solidFill>
                  <a:srgbClr val="F5F6FA"/>
                </a:solidFill>
                <a:latin typeface="Arial"/>
                <a:cs typeface="Arial"/>
              </a:rPr>
              <a:t>S</a:t>
            </a:r>
            <a:r>
              <a:rPr dirty="0" sz="2150" spc="-140" b="1">
                <a:solidFill>
                  <a:srgbClr val="F5F6FA"/>
                </a:solidFill>
                <a:latin typeface="Arial"/>
                <a:cs typeface="Arial"/>
              </a:rPr>
              <a:t>hu</a:t>
            </a:r>
            <a:r>
              <a:rPr dirty="0" sz="2100" spc="-140" b="1">
                <a:solidFill>
                  <a:srgbClr val="F5F6FA"/>
                </a:solidFill>
                <a:latin typeface="Arial"/>
                <a:cs typeface="Arial"/>
              </a:rPr>
              <a:t>b</a:t>
            </a:r>
            <a:r>
              <a:rPr dirty="0" sz="2150" spc="-140" b="1">
                <a:solidFill>
                  <a:srgbClr val="F5F6FA"/>
                </a:solidFill>
                <a:latin typeface="Arial"/>
                <a:cs typeface="Arial"/>
              </a:rPr>
              <a:t>h</a:t>
            </a:r>
            <a:r>
              <a:rPr dirty="0" sz="2100" spc="-140" b="1">
                <a:solidFill>
                  <a:srgbClr val="F5F6FA"/>
                </a:solidFill>
                <a:latin typeface="Arial"/>
                <a:cs typeface="Arial"/>
              </a:rPr>
              <a:t>a</a:t>
            </a:r>
            <a:r>
              <a:rPr dirty="0" sz="2150" spc="-140" b="1">
                <a:solidFill>
                  <a:srgbClr val="F5F6FA"/>
                </a:solidFill>
                <a:latin typeface="Arial"/>
                <a:cs typeface="Arial"/>
              </a:rPr>
              <a:t>m</a:t>
            </a:r>
            <a:r>
              <a:rPr dirty="0" sz="2150" spc="-27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5F6FA"/>
                </a:solidFill>
                <a:latin typeface="Arial"/>
                <a:cs typeface="Arial"/>
              </a:rPr>
              <a:t>Pa</a:t>
            </a:r>
            <a:r>
              <a:rPr dirty="0" sz="2150" spc="-10" b="1">
                <a:solidFill>
                  <a:srgbClr val="F5F6FA"/>
                </a:solidFill>
                <a:latin typeface="Arial"/>
                <a:cs typeface="Arial"/>
              </a:rPr>
              <a:t>th</a:t>
            </a:r>
            <a:r>
              <a:rPr dirty="0" sz="2100" spc="-10" b="1">
                <a:solidFill>
                  <a:srgbClr val="F5F6FA"/>
                </a:solidFill>
                <a:latin typeface="Arial"/>
                <a:cs typeface="Arial"/>
              </a:rPr>
              <a:t>a</a:t>
            </a:r>
            <a:r>
              <a:rPr dirty="0" sz="2150" spc="-10" b="1">
                <a:solidFill>
                  <a:srgbClr val="F5F6FA"/>
                </a:solidFill>
                <a:latin typeface="Arial"/>
                <a:cs typeface="Arial"/>
              </a:rPr>
              <a:t>k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3289481" y="7193389"/>
            <a:ext cx="2316480" cy="1219200"/>
            <a:chOff x="13289481" y="7193389"/>
            <a:chExt cx="2316480" cy="1219200"/>
          </a:xfrm>
        </p:grpSpPr>
        <p:sp>
          <p:nvSpPr>
            <p:cNvPr id="30" name="object 30"/>
            <p:cNvSpPr/>
            <p:nvPr/>
          </p:nvSpPr>
          <p:spPr>
            <a:xfrm>
              <a:off x="13289481" y="7193389"/>
              <a:ext cx="2316480" cy="1219200"/>
            </a:xfrm>
            <a:custGeom>
              <a:avLst/>
              <a:gdLst/>
              <a:ahLst/>
              <a:cxnLst/>
              <a:rect l="l" t="t" r="r" b="b"/>
              <a:pathLst>
                <a:path w="2316480" h="1219200">
                  <a:moveTo>
                    <a:pt x="2218943" y="1219200"/>
                  </a:moveTo>
                  <a:lnTo>
                    <a:pt x="97536" y="1219200"/>
                  </a:lnTo>
                  <a:lnTo>
                    <a:pt x="59571" y="1211535"/>
                  </a:lnTo>
                  <a:lnTo>
                    <a:pt x="28567" y="1190632"/>
                  </a:lnTo>
                  <a:lnTo>
                    <a:pt x="7664" y="1159629"/>
                  </a:lnTo>
                  <a:lnTo>
                    <a:pt x="0" y="1121664"/>
                  </a:lnTo>
                  <a:lnTo>
                    <a:pt x="0" y="97535"/>
                  </a:lnTo>
                  <a:lnTo>
                    <a:pt x="7664" y="59570"/>
                  </a:lnTo>
                  <a:lnTo>
                    <a:pt x="28567" y="28567"/>
                  </a:lnTo>
                  <a:lnTo>
                    <a:pt x="59571" y="7664"/>
                  </a:lnTo>
                  <a:lnTo>
                    <a:pt x="97536" y="0"/>
                  </a:lnTo>
                  <a:lnTo>
                    <a:pt x="2218943" y="0"/>
                  </a:lnTo>
                  <a:lnTo>
                    <a:pt x="2256909" y="7664"/>
                  </a:lnTo>
                  <a:lnTo>
                    <a:pt x="2287912" y="28567"/>
                  </a:lnTo>
                  <a:lnTo>
                    <a:pt x="2308815" y="59570"/>
                  </a:lnTo>
                  <a:lnTo>
                    <a:pt x="2316480" y="97535"/>
                  </a:lnTo>
                  <a:lnTo>
                    <a:pt x="2316480" y="1121664"/>
                  </a:lnTo>
                  <a:lnTo>
                    <a:pt x="2308815" y="1159629"/>
                  </a:lnTo>
                  <a:lnTo>
                    <a:pt x="2287912" y="1190632"/>
                  </a:lnTo>
                  <a:lnTo>
                    <a:pt x="2256909" y="1211535"/>
                  </a:lnTo>
                  <a:lnTo>
                    <a:pt x="2218943" y="1219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6000" y="7378700"/>
              <a:ext cx="850900" cy="8509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4732000" y="7458849"/>
            <a:ext cx="735330" cy="615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535"/>
              </a:lnSpc>
              <a:spcBef>
                <a:spcPts val="114"/>
              </a:spcBef>
            </a:pPr>
            <a:r>
              <a:rPr dirty="0" sz="1350" spc="-25" b="1">
                <a:solidFill>
                  <a:srgbClr val="091128"/>
                </a:solidFill>
                <a:latin typeface="Arial"/>
                <a:cs typeface="Arial"/>
              </a:rPr>
              <a:t>IBM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530"/>
              </a:lnSpc>
            </a:pPr>
            <a:r>
              <a:rPr dirty="0" sz="1350" spc="-65" b="1">
                <a:solidFill>
                  <a:srgbClr val="091128"/>
                </a:solidFill>
                <a:latin typeface="Arial"/>
                <a:cs typeface="Arial"/>
              </a:rPr>
              <a:t>S</a:t>
            </a:r>
            <a:r>
              <a:rPr dirty="0" sz="1400" spc="-65" b="1">
                <a:solidFill>
                  <a:srgbClr val="091128"/>
                </a:solidFill>
                <a:latin typeface="Arial"/>
                <a:cs typeface="Arial"/>
              </a:rPr>
              <a:t>kills</a:t>
            </a:r>
            <a:r>
              <a:rPr dirty="0" sz="1350" spc="-65" b="1">
                <a:solidFill>
                  <a:srgbClr val="091128"/>
                </a:solidFill>
                <a:latin typeface="Arial"/>
                <a:cs typeface="Arial"/>
              </a:rPr>
              <a:t>B</a:t>
            </a:r>
            <a:r>
              <a:rPr dirty="0" sz="1400" spc="-65" b="1">
                <a:solidFill>
                  <a:srgbClr val="091128"/>
                </a:solidFill>
                <a:latin typeface="Arial"/>
                <a:cs typeface="Arial"/>
              </a:rPr>
              <a:t>uil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55"/>
              </a:lnSpc>
            </a:pPr>
            <a:r>
              <a:rPr dirty="0" sz="1350" spc="-50" b="1">
                <a:solidFill>
                  <a:srgbClr val="091128"/>
                </a:solidFill>
                <a:latin typeface="Arial"/>
                <a:cs typeface="Arial"/>
              </a:rPr>
              <a:t>d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221742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70" b="1">
                <a:solidFill>
                  <a:srgbClr val="00D9FF"/>
                </a:solidFill>
                <a:latin typeface="Arial"/>
                <a:cs typeface="Arial"/>
              </a:rPr>
              <a:t>TH</a:t>
            </a:r>
            <a:r>
              <a:rPr dirty="0" sz="1800" spc="-15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r>
              <a:rPr dirty="0" sz="1800" spc="204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70" b="1">
                <a:solidFill>
                  <a:srgbClr val="00D9FF"/>
                </a:solidFill>
                <a:latin typeface="Arial"/>
                <a:cs typeface="Arial"/>
              </a:rPr>
              <a:t>CH</a:t>
            </a:r>
            <a:r>
              <a:rPr dirty="0" sz="1800" spc="-25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80" b="1">
                <a:solidFill>
                  <a:srgbClr val="00D9FF"/>
                </a:solidFill>
                <a:latin typeface="Arial"/>
                <a:cs typeface="Arial"/>
              </a:rPr>
              <a:t>AL</a:t>
            </a:r>
            <a:r>
              <a:rPr dirty="0" sz="1800" spc="-27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00D9FF"/>
                </a:solidFill>
                <a:latin typeface="Arial"/>
                <a:cs typeface="Arial"/>
              </a:rPr>
              <a:t>LE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00D9FF"/>
                </a:solidFill>
                <a:latin typeface="Arial"/>
                <a:cs typeface="Arial"/>
              </a:rPr>
              <a:t>N</a:t>
            </a:r>
            <a:r>
              <a:rPr dirty="0" sz="1800" spc="-13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D9FF"/>
                </a:solidFill>
                <a:latin typeface="Arial"/>
                <a:cs typeface="Arial"/>
              </a:rPr>
              <a:t>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20"/>
              <a:t>P</a:t>
            </a:r>
            <a:r>
              <a:rPr dirty="0" spc="-220"/>
              <a:t>ro</a:t>
            </a:r>
            <a:r>
              <a:rPr dirty="0" sz="4500" spc="-220"/>
              <a:t>b</a:t>
            </a:r>
            <a:r>
              <a:rPr dirty="0" spc="-220"/>
              <a:t>l</a:t>
            </a:r>
            <a:r>
              <a:rPr dirty="0" sz="4500" spc="-220"/>
              <a:t>e</a:t>
            </a:r>
            <a:r>
              <a:rPr dirty="0" spc="-220"/>
              <a:t>m</a:t>
            </a:r>
            <a:r>
              <a:rPr dirty="0" spc="-470"/>
              <a:t> </a:t>
            </a:r>
            <a:r>
              <a:rPr dirty="0" sz="4500" spc="-135"/>
              <a:t>S</a:t>
            </a:r>
            <a:r>
              <a:rPr dirty="0" spc="-135"/>
              <a:t>t</a:t>
            </a:r>
            <a:r>
              <a:rPr dirty="0" sz="4500" spc="-135"/>
              <a:t>a</a:t>
            </a:r>
            <a:r>
              <a:rPr dirty="0" spc="-135"/>
              <a:t>t</a:t>
            </a:r>
            <a:r>
              <a:rPr dirty="0" sz="4500" spc="-135"/>
              <a:t>e</a:t>
            </a:r>
            <a:r>
              <a:rPr dirty="0" spc="-135"/>
              <a:t>m</a:t>
            </a:r>
            <a:r>
              <a:rPr dirty="0" sz="4500" spc="-135"/>
              <a:t>e</a:t>
            </a:r>
            <a:r>
              <a:rPr dirty="0" spc="-135"/>
              <a:t>nt</a:t>
            </a:r>
            <a:endParaRPr sz="4500"/>
          </a:p>
        </p:txBody>
      </p:sp>
      <p:grpSp>
        <p:nvGrpSpPr>
          <p:cNvPr id="4" name="object 4"/>
          <p:cNvGrpSpPr/>
          <p:nvPr/>
        </p:nvGrpSpPr>
        <p:grpSpPr>
          <a:xfrm>
            <a:off x="731531" y="2255554"/>
            <a:ext cx="14752955" cy="1560830"/>
            <a:chOff x="731531" y="2255554"/>
            <a:chExt cx="14752955" cy="1560830"/>
          </a:xfrm>
        </p:grpSpPr>
        <p:sp>
          <p:nvSpPr>
            <p:cNvPr id="5" name="object 5"/>
            <p:cNvSpPr/>
            <p:nvPr/>
          </p:nvSpPr>
          <p:spPr>
            <a:xfrm>
              <a:off x="731531" y="2255554"/>
              <a:ext cx="14752955" cy="1560830"/>
            </a:xfrm>
            <a:custGeom>
              <a:avLst/>
              <a:gdLst/>
              <a:ahLst/>
              <a:cxnLst/>
              <a:rect l="l" t="t" r="r" b="b"/>
              <a:pathLst>
                <a:path w="14752955" h="1560829">
                  <a:moveTo>
                    <a:pt x="14606269" y="1560576"/>
                  </a:moveTo>
                  <a:lnTo>
                    <a:pt x="146304" y="1560576"/>
                  </a:lnTo>
                  <a:lnTo>
                    <a:pt x="100060" y="1553117"/>
                  </a:lnTo>
                  <a:lnTo>
                    <a:pt x="59898" y="1532347"/>
                  </a:lnTo>
                  <a:lnTo>
                    <a:pt x="28228" y="1500677"/>
                  </a:lnTo>
                  <a:lnTo>
                    <a:pt x="7458" y="1460515"/>
                  </a:lnTo>
                  <a:lnTo>
                    <a:pt x="0" y="1414272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14606269" y="0"/>
                  </a:lnTo>
                  <a:lnTo>
                    <a:pt x="14652512" y="7458"/>
                  </a:lnTo>
                  <a:lnTo>
                    <a:pt x="14692674" y="28228"/>
                  </a:lnTo>
                  <a:lnTo>
                    <a:pt x="14724345" y="59898"/>
                  </a:lnTo>
                  <a:lnTo>
                    <a:pt x="14745114" y="100060"/>
                  </a:lnTo>
                  <a:lnTo>
                    <a:pt x="14752573" y="146304"/>
                  </a:lnTo>
                  <a:lnTo>
                    <a:pt x="14752573" y="1414272"/>
                  </a:lnTo>
                  <a:lnTo>
                    <a:pt x="14745114" y="1460515"/>
                  </a:lnTo>
                  <a:lnTo>
                    <a:pt x="14724345" y="1500677"/>
                  </a:lnTo>
                  <a:lnTo>
                    <a:pt x="14692674" y="1532347"/>
                  </a:lnTo>
                  <a:lnTo>
                    <a:pt x="14652512" y="1553117"/>
                  </a:lnTo>
                  <a:lnTo>
                    <a:pt x="14606269" y="1560576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58257" y="2609127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39" h="853439">
                  <a:moveTo>
                    <a:pt x="426719" y="853439"/>
                  </a:moveTo>
                  <a:lnTo>
                    <a:pt x="380224" y="850936"/>
                  </a:lnTo>
                  <a:lnTo>
                    <a:pt x="335178" y="843597"/>
                  </a:lnTo>
                  <a:lnTo>
                    <a:pt x="291843" y="831685"/>
                  </a:lnTo>
                  <a:lnTo>
                    <a:pt x="250479" y="815459"/>
                  </a:lnTo>
                  <a:lnTo>
                    <a:pt x="211346" y="795180"/>
                  </a:lnTo>
                  <a:lnTo>
                    <a:pt x="174704" y="771107"/>
                  </a:lnTo>
                  <a:lnTo>
                    <a:pt x="140814" y="743502"/>
                  </a:lnTo>
                  <a:lnTo>
                    <a:pt x="109937" y="712624"/>
                  </a:lnTo>
                  <a:lnTo>
                    <a:pt x="82332" y="678735"/>
                  </a:lnTo>
                  <a:lnTo>
                    <a:pt x="58259" y="642093"/>
                  </a:lnTo>
                  <a:lnTo>
                    <a:pt x="37980" y="602960"/>
                  </a:lnTo>
                  <a:lnTo>
                    <a:pt x="21754" y="561596"/>
                  </a:lnTo>
                  <a:lnTo>
                    <a:pt x="9842" y="518261"/>
                  </a:lnTo>
                  <a:lnTo>
                    <a:pt x="2503" y="473215"/>
                  </a:lnTo>
                  <a:lnTo>
                    <a:pt x="0" y="426719"/>
                  </a:lnTo>
                  <a:lnTo>
                    <a:pt x="2503" y="380224"/>
                  </a:lnTo>
                  <a:lnTo>
                    <a:pt x="9842" y="335178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4"/>
                  </a:lnTo>
                  <a:lnTo>
                    <a:pt x="109937" y="140814"/>
                  </a:lnTo>
                  <a:lnTo>
                    <a:pt x="140814" y="109937"/>
                  </a:lnTo>
                  <a:lnTo>
                    <a:pt x="174704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8" y="9842"/>
                  </a:lnTo>
                  <a:lnTo>
                    <a:pt x="380224" y="2503"/>
                  </a:lnTo>
                  <a:lnTo>
                    <a:pt x="426719" y="0"/>
                  </a:lnTo>
                  <a:lnTo>
                    <a:pt x="473215" y="2503"/>
                  </a:lnTo>
                  <a:lnTo>
                    <a:pt x="518261" y="9842"/>
                  </a:lnTo>
                  <a:lnTo>
                    <a:pt x="561596" y="21754"/>
                  </a:lnTo>
                  <a:lnTo>
                    <a:pt x="602960" y="37980"/>
                  </a:lnTo>
                  <a:lnTo>
                    <a:pt x="642093" y="58259"/>
                  </a:lnTo>
                  <a:lnTo>
                    <a:pt x="678735" y="82332"/>
                  </a:lnTo>
                  <a:lnTo>
                    <a:pt x="712625" y="109937"/>
                  </a:lnTo>
                  <a:lnTo>
                    <a:pt x="743502" y="140814"/>
                  </a:lnTo>
                  <a:lnTo>
                    <a:pt x="771107" y="174704"/>
                  </a:lnTo>
                  <a:lnTo>
                    <a:pt x="795180" y="211346"/>
                  </a:lnTo>
                  <a:lnTo>
                    <a:pt x="815459" y="250479"/>
                  </a:lnTo>
                  <a:lnTo>
                    <a:pt x="831685" y="291843"/>
                  </a:lnTo>
                  <a:lnTo>
                    <a:pt x="843597" y="335178"/>
                  </a:lnTo>
                  <a:lnTo>
                    <a:pt x="850936" y="380224"/>
                  </a:lnTo>
                  <a:lnTo>
                    <a:pt x="853439" y="426719"/>
                  </a:lnTo>
                  <a:lnTo>
                    <a:pt x="850936" y="473215"/>
                  </a:lnTo>
                  <a:lnTo>
                    <a:pt x="843597" y="518261"/>
                  </a:lnTo>
                  <a:lnTo>
                    <a:pt x="831685" y="561596"/>
                  </a:lnTo>
                  <a:lnTo>
                    <a:pt x="815459" y="602960"/>
                  </a:lnTo>
                  <a:lnTo>
                    <a:pt x="795180" y="642093"/>
                  </a:lnTo>
                  <a:lnTo>
                    <a:pt x="771107" y="678735"/>
                  </a:lnTo>
                  <a:lnTo>
                    <a:pt x="743502" y="712624"/>
                  </a:lnTo>
                  <a:lnTo>
                    <a:pt x="712625" y="743502"/>
                  </a:lnTo>
                  <a:lnTo>
                    <a:pt x="678735" y="771107"/>
                  </a:lnTo>
                  <a:lnTo>
                    <a:pt x="642093" y="795180"/>
                  </a:lnTo>
                  <a:lnTo>
                    <a:pt x="602960" y="815459"/>
                  </a:lnTo>
                  <a:lnTo>
                    <a:pt x="561596" y="831685"/>
                  </a:lnTo>
                  <a:lnTo>
                    <a:pt x="518261" y="843597"/>
                  </a:lnTo>
                  <a:lnTo>
                    <a:pt x="473215" y="850936"/>
                  </a:lnTo>
                  <a:lnTo>
                    <a:pt x="426719" y="853439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4300" y="2832100"/>
              <a:ext cx="406400" cy="406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25700" y="2805264"/>
            <a:ext cx="739394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Electronic</a:t>
            </a:r>
            <a:r>
              <a:rPr dirty="0" sz="2200" spc="-110">
                <a:solidFill>
                  <a:srgbClr val="F5F6FA"/>
                </a:solidFill>
                <a:latin typeface="Arial MT"/>
                <a:cs typeface="Arial MT"/>
              </a:rPr>
              <a:t> mail</a:t>
            </a:r>
            <a:r>
              <a:rPr dirty="0" sz="2200" spc="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F5F6FA"/>
                </a:solidFill>
                <a:latin typeface="Arial MT"/>
                <a:cs typeface="Arial MT"/>
              </a:rPr>
              <a:t>is</a:t>
            </a:r>
            <a:r>
              <a:rPr dirty="0" sz="2200" spc="-10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F5F6FA"/>
                </a:solidFill>
                <a:latin typeface="Arial MT"/>
                <a:cs typeface="Arial MT"/>
              </a:rPr>
              <a:t>a</a:t>
            </a: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F5F6FA"/>
                </a:solidFill>
                <a:latin typeface="Arial MT"/>
                <a:cs typeface="Arial MT"/>
              </a:rPr>
              <a:t>primary</a:t>
            </a:r>
            <a:r>
              <a:rPr dirty="0" sz="2200" spc="-2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5F6FA"/>
                </a:solidFill>
                <a:latin typeface="Arial MT"/>
                <a:cs typeface="Arial MT"/>
              </a:rPr>
              <a:t>target</a:t>
            </a:r>
            <a:r>
              <a:rPr dirty="0" sz="2200" spc="-1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5F6FA"/>
                </a:solidFill>
                <a:latin typeface="Arial MT"/>
                <a:cs typeface="Arial MT"/>
              </a:rPr>
              <a:t>for</a:t>
            </a:r>
            <a:r>
              <a:rPr dirty="0" sz="2200" spc="-1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F5F6FA"/>
                </a:solidFill>
                <a:latin typeface="Arial MT"/>
                <a:cs typeface="Arial MT"/>
              </a:rPr>
              <a:t>cybercriminals</a:t>
            </a:r>
            <a:r>
              <a:rPr dirty="0" sz="2200" spc="-1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5F6FA"/>
                </a:solidFill>
                <a:latin typeface="Arial MT"/>
                <a:cs typeface="Arial MT"/>
              </a:rPr>
              <a:t>worldwide</a:t>
            </a:r>
            <a:r>
              <a:rPr dirty="0" sz="21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31" y="4084382"/>
            <a:ext cx="14752955" cy="1560830"/>
            <a:chOff x="731531" y="4084382"/>
            <a:chExt cx="14752955" cy="1560830"/>
          </a:xfrm>
        </p:grpSpPr>
        <p:sp>
          <p:nvSpPr>
            <p:cNvPr id="10" name="object 10"/>
            <p:cNvSpPr/>
            <p:nvPr/>
          </p:nvSpPr>
          <p:spPr>
            <a:xfrm>
              <a:off x="731531" y="4084382"/>
              <a:ext cx="14752955" cy="1560830"/>
            </a:xfrm>
            <a:custGeom>
              <a:avLst/>
              <a:gdLst/>
              <a:ahLst/>
              <a:cxnLst/>
              <a:rect l="l" t="t" r="r" b="b"/>
              <a:pathLst>
                <a:path w="14752955" h="1560829">
                  <a:moveTo>
                    <a:pt x="14606269" y="1560576"/>
                  </a:moveTo>
                  <a:lnTo>
                    <a:pt x="146304" y="1560576"/>
                  </a:lnTo>
                  <a:lnTo>
                    <a:pt x="100060" y="1553117"/>
                  </a:lnTo>
                  <a:lnTo>
                    <a:pt x="59898" y="1532347"/>
                  </a:lnTo>
                  <a:lnTo>
                    <a:pt x="28228" y="1500677"/>
                  </a:lnTo>
                  <a:lnTo>
                    <a:pt x="7458" y="1460515"/>
                  </a:lnTo>
                  <a:lnTo>
                    <a:pt x="0" y="1414272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14606269" y="0"/>
                  </a:lnTo>
                  <a:lnTo>
                    <a:pt x="14652512" y="7458"/>
                  </a:lnTo>
                  <a:lnTo>
                    <a:pt x="14692674" y="28228"/>
                  </a:lnTo>
                  <a:lnTo>
                    <a:pt x="14724345" y="59898"/>
                  </a:lnTo>
                  <a:lnTo>
                    <a:pt x="14745114" y="100060"/>
                  </a:lnTo>
                  <a:lnTo>
                    <a:pt x="14752573" y="146303"/>
                  </a:lnTo>
                  <a:lnTo>
                    <a:pt x="14752573" y="1414272"/>
                  </a:lnTo>
                  <a:lnTo>
                    <a:pt x="14745114" y="1460515"/>
                  </a:lnTo>
                  <a:lnTo>
                    <a:pt x="14724345" y="1500677"/>
                  </a:lnTo>
                  <a:lnTo>
                    <a:pt x="14692674" y="1532347"/>
                  </a:lnTo>
                  <a:lnTo>
                    <a:pt x="14652512" y="1553117"/>
                  </a:lnTo>
                  <a:lnTo>
                    <a:pt x="14606269" y="1560576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58257" y="4437955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39" h="853439">
                  <a:moveTo>
                    <a:pt x="426719" y="853440"/>
                  </a:moveTo>
                  <a:lnTo>
                    <a:pt x="380224" y="850936"/>
                  </a:lnTo>
                  <a:lnTo>
                    <a:pt x="335178" y="843597"/>
                  </a:lnTo>
                  <a:lnTo>
                    <a:pt x="291843" y="831685"/>
                  </a:lnTo>
                  <a:lnTo>
                    <a:pt x="250479" y="815459"/>
                  </a:lnTo>
                  <a:lnTo>
                    <a:pt x="211346" y="795180"/>
                  </a:lnTo>
                  <a:lnTo>
                    <a:pt x="174704" y="771107"/>
                  </a:lnTo>
                  <a:lnTo>
                    <a:pt x="140814" y="743502"/>
                  </a:lnTo>
                  <a:lnTo>
                    <a:pt x="109937" y="712625"/>
                  </a:lnTo>
                  <a:lnTo>
                    <a:pt x="82332" y="678735"/>
                  </a:lnTo>
                  <a:lnTo>
                    <a:pt x="58259" y="642093"/>
                  </a:lnTo>
                  <a:lnTo>
                    <a:pt x="37980" y="602960"/>
                  </a:lnTo>
                  <a:lnTo>
                    <a:pt x="21754" y="561596"/>
                  </a:lnTo>
                  <a:lnTo>
                    <a:pt x="9842" y="518261"/>
                  </a:lnTo>
                  <a:lnTo>
                    <a:pt x="2503" y="473215"/>
                  </a:lnTo>
                  <a:lnTo>
                    <a:pt x="0" y="426720"/>
                  </a:lnTo>
                  <a:lnTo>
                    <a:pt x="2503" y="380224"/>
                  </a:lnTo>
                  <a:lnTo>
                    <a:pt x="9842" y="335178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4"/>
                  </a:lnTo>
                  <a:lnTo>
                    <a:pt x="109937" y="140815"/>
                  </a:lnTo>
                  <a:lnTo>
                    <a:pt x="140814" y="109937"/>
                  </a:lnTo>
                  <a:lnTo>
                    <a:pt x="174704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8" y="9842"/>
                  </a:lnTo>
                  <a:lnTo>
                    <a:pt x="380224" y="2503"/>
                  </a:lnTo>
                  <a:lnTo>
                    <a:pt x="426719" y="0"/>
                  </a:lnTo>
                  <a:lnTo>
                    <a:pt x="473215" y="2503"/>
                  </a:lnTo>
                  <a:lnTo>
                    <a:pt x="518261" y="9842"/>
                  </a:lnTo>
                  <a:lnTo>
                    <a:pt x="561596" y="21754"/>
                  </a:lnTo>
                  <a:lnTo>
                    <a:pt x="602960" y="37980"/>
                  </a:lnTo>
                  <a:lnTo>
                    <a:pt x="642093" y="58259"/>
                  </a:lnTo>
                  <a:lnTo>
                    <a:pt x="678735" y="82332"/>
                  </a:lnTo>
                  <a:lnTo>
                    <a:pt x="712625" y="109937"/>
                  </a:lnTo>
                  <a:lnTo>
                    <a:pt x="743502" y="140815"/>
                  </a:lnTo>
                  <a:lnTo>
                    <a:pt x="771107" y="174704"/>
                  </a:lnTo>
                  <a:lnTo>
                    <a:pt x="795180" y="211346"/>
                  </a:lnTo>
                  <a:lnTo>
                    <a:pt x="815459" y="250479"/>
                  </a:lnTo>
                  <a:lnTo>
                    <a:pt x="831685" y="291843"/>
                  </a:lnTo>
                  <a:lnTo>
                    <a:pt x="843597" y="335178"/>
                  </a:lnTo>
                  <a:lnTo>
                    <a:pt x="850936" y="380224"/>
                  </a:lnTo>
                  <a:lnTo>
                    <a:pt x="853439" y="426720"/>
                  </a:lnTo>
                  <a:lnTo>
                    <a:pt x="850936" y="473215"/>
                  </a:lnTo>
                  <a:lnTo>
                    <a:pt x="843597" y="518261"/>
                  </a:lnTo>
                  <a:lnTo>
                    <a:pt x="831685" y="561596"/>
                  </a:lnTo>
                  <a:lnTo>
                    <a:pt x="815459" y="602960"/>
                  </a:lnTo>
                  <a:lnTo>
                    <a:pt x="795180" y="642093"/>
                  </a:lnTo>
                  <a:lnTo>
                    <a:pt x="771107" y="678735"/>
                  </a:lnTo>
                  <a:lnTo>
                    <a:pt x="743502" y="712625"/>
                  </a:lnTo>
                  <a:lnTo>
                    <a:pt x="712625" y="743502"/>
                  </a:lnTo>
                  <a:lnTo>
                    <a:pt x="678735" y="771107"/>
                  </a:lnTo>
                  <a:lnTo>
                    <a:pt x="642093" y="795180"/>
                  </a:lnTo>
                  <a:lnTo>
                    <a:pt x="602960" y="815459"/>
                  </a:lnTo>
                  <a:lnTo>
                    <a:pt x="561596" y="831685"/>
                  </a:lnTo>
                  <a:lnTo>
                    <a:pt x="518261" y="843597"/>
                  </a:lnTo>
                  <a:lnTo>
                    <a:pt x="473215" y="850936"/>
                  </a:lnTo>
                  <a:lnTo>
                    <a:pt x="426719" y="85344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300" y="4660900"/>
              <a:ext cx="406400" cy="4064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425700" y="4634064"/>
            <a:ext cx="1116584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70">
                <a:solidFill>
                  <a:srgbClr val="F5F6FA"/>
                </a:solidFill>
                <a:latin typeface="Arial MT"/>
                <a:cs typeface="Arial MT"/>
              </a:rPr>
              <a:t>Organizations</a:t>
            </a:r>
            <a:r>
              <a:rPr dirty="0" sz="2200" spc="-11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receive</a:t>
            </a:r>
            <a:r>
              <a:rPr dirty="0" sz="2200" spc="-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F5F6FA"/>
                </a:solidFill>
                <a:latin typeface="Arial MT"/>
                <a:cs typeface="Arial MT"/>
              </a:rPr>
              <a:t>thousands</a:t>
            </a:r>
            <a:r>
              <a:rPr dirty="0" sz="2200" spc="-11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5F6FA"/>
                </a:solidFill>
                <a:latin typeface="Arial MT"/>
                <a:cs typeface="Arial MT"/>
              </a:rPr>
              <a:t>of</a:t>
            </a:r>
            <a:r>
              <a:rPr dirty="0" sz="2200" spc="-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2200" spc="-10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F5F6FA"/>
                </a:solidFill>
                <a:latin typeface="Arial MT"/>
                <a:cs typeface="Arial MT"/>
              </a:rPr>
              <a:t>emails</a:t>
            </a:r>
            <a:r>
              <a:rPr dirty="0" sz="2200" spc="-11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containing</a:t>
            </a:r>
            <a:r>
              <a:rPr dirty="0" sz="2200" spc="-1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F5F6FA"/>
                </a:solidFill>
                <a:latin typeface="Arial MT"/>
                <a:cs typeface="Arial MT"/>
              </a:rPr>
              <a:t>phishing</a:t>
            </a:r>
            <a:r>
              <a:rPr dirty="0" sz="2200" spc="-16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F5F6FA"/>
                </a:solidFill>
                <a:latin typeface="Arial MT"/>
                <a:cs typeface="Arial MT"/>
              </a:rPr>
              <a:t>links</a:t>
            </a:r>
            <a:r>
              <a:rPr dirty="0" sz="2150" spc="-80">
                <a:solidFill>
                  <a:srgbClr val="F5F6FA"/>
                </a:solidFill>
                <a:latin typeface="Arial MT"/>
                <a:cs typeface="Arial MT"/>
              </a:rPr>
              <a:t>,</a:t>
            </a:r>
            <a:r>
              <a:rPr dirty="0" sz="2150" spc="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F5F6FA"/>
                </a:solidFill>
                <a:latin typeface="Arial MT"/>
                <a:cs typeface="Arial MT"/>
              </a:rPr>
              <a:t>malware</a:t>
            </a:r>
            <a:r>
              <a:rPr dirty="0" sz="2150" spc="-60">
                <a:solidFill>
                  <a:srgbClr val="F5F6FA"/>
                </a:solidFill>
                <a:latin typeface="Arial MT"/>
                <a:cs typeface="Arial MT"/>
              </a:rPr>
              <a:t>,</a:t>
            </a:r>
            <a:r>
              <a:rPr dirty="0" sz="2150" spc="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F5F6FA"/>
                </a:solidFill>
                <a:latin typeface="Arial MT"/>
                <a:cs typeface="Arial MT"/>
              </a:rPr>
              <a:t>and</a:t>
            </a: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F5F6FA"/>
                </a:solidFill>
                <a:latin typeface="Arial MT"/>
                <a:cs typeface="Arial MT"/>
              </a:rPr>
              <a:t>scams</a:t>
            </a:r>
            <a:r>
              <a:rPr dirty="0" sz="2150" spc="-4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1531" y="5913209"/>
            <a:ext cx="14752955" cy="1560830"/>
            <a:chOff x="731531" y="5913209"/>
            <a:chExt cx="14752955" cy="1560830"/>
          </a:xfrm>
        </p:grpSpPr>
        <p:sp>
          <p:nvSpPr>
            <p:cNvPr id="15" name="object 15"/>
            <p:cNvSpPr/>
            <p:nvPr/>
          </p:nvSpPr>
          <p:spPr>
            <a:xfrm>
              <a:off x="731531" y="5913209"/>
              <a:ext cx="14752955" cy="1560830"/>
            </a:xfrm>
            <a:custGeom>
              <a:avLst/>
              <a:gdLst/>
              <a:ahLst/>
              <a:cxnLst/>
              <a:rect l="l" t="t" r="r" b="b"/>
              <a:pathLst>
                <a:path w="14752955" h="1560829">
                  <a:moveTo>
                    <a:pt x="14606269" y="1560575"/>
                  </a:moveTo>
                  <a:lnTo>
                    <a:pt x="146304" y="1560575"/>
                  </a:lnTo>
                  <a:lnTo>
                    <a:pt x="100060" y="1553116"/>
                  </a:lnTo>
                  <a:lnTo>
                    <a:pt x="59898" y="1532347"/>
                  </a:lnTo>
                  <a:lnTo>
                    <a:pt x="28228" y="1500677"/>
                  </a:lnTo>
                  <a:lnTo>
                    <a:pt x="7458" y="1460515"/>
                  </a:lnTo>
                  <a:lnTo>
                    <a:pt x="0" y="1414272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14606269" y="0"/>
                  </a:lnTo>
                  <a:lnTo>
                    <a:pt x="14652512" y="7458"/>
                  </a:lnTo>
                  <a:lnTo>
                    <a:pt x="14692674" y="28228"/>
                  </a:lnTo>
                  <a:lnTo>
                    <a:pt x="14724345" y="59898"/>
                  </a:lnTo>
                  <a:lnTo>
                    <a:pt x="14745114" y="100060"/>
                  </a:lnTo>
                  <a:lnTo>
                    <a:pt x="14752573" y="146303"/>
                  </a:lnTo>
                  <a:lnTo>
                    <a:pt x="14752573" y="1414272"/>
                  </a:lnTo>
                  <a:lnTo>
                    <a:pt x="14745114" y="1460515"/>
                  </a:lnTo>
                  <a:lnTo>
                    <a:pt x="14724345" y="1500677"/>
                  </a:lnTo>
                  <a:lnTo>
                    <a:pt x="14692674" y="1532347"/>
                  </a:lnTo>
                  <a:lnTo>
                    <a:pt x="14652512" y="1553116"/>
                  </a:lnTo>
                  <a:lnTo>
                    <a:pt x="14606269" y="1560575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58257" y="6266783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39" h="853440">
                  <a:moveTo>
                    <a:pt x="426719" y="853440"/>
                  </a:moveTo>
                  <a:lnTo>
                    <a:pt x="380224" y="850936"/>
                  </a:lnTo>
                  <a:lnTo>
                    <a:pt x="335178" y="843597"/>
                  </a:lnTo>
                  <a:lnTo>
                    <a:pt x="291843" y="831685"/>
                  </a:lnTo>
                  <a:lnTo>
                    <a:pt x="250479" y="815459"/>
                  </a:lnTo>
                  <a:lnTo>
                    <a:pt x="211346" y="795180"/>
                  </a:lnTo>
                  <a:lnTo>
                    <a:pt x="174704" y="771107"/>
                  </a:lnTo>
                  <a:lnTo>
                    <a:pt x="140814" y="743502"/>
                  </a:lnTo>
                  <a:lnTo>
                    <a:pt x="109937" y="712624"/>
                  </a:lnTo>
                  <a:lnTo>
                    <a:pt x="82332" y="678735"/>
                  </a:lnTo>
                  <a:lnTo>
                    <a:pt x="58259" y="642093"/>
                  </a:lnTo>
                  <a:lnTo>
                    <a:pt x="37980" y="602960"/>
                  </a:lnTo>
                  <a:lnTo>
                    <a:pt x="21754" y="561596"/>
                  </a:lnTo>
                  <a:lnTo>
                    <a:pt x="9842" y="518261"/>
                  </a:lnTo>
                  <a:lnTo>
                    <a:pt x="2503" y="473215"/>
                  </a:lnTo>
                  <a:lnTo>
                    <a:pt x="0" y="426719"/>
                  </a:lnTo>
                  <a:lnTo>
                    <a:pt x="2503" y="380223"/>
                  </a:lnTo>
                  <a:lnTo>
                    <a:pt x="9842" y="335178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4"/>
                  </a:lnTo>
                  <a:lnTo>
                    <a:pt x="109937" y="140814"/>
                  </a:lnTo>
                  <a:lnTo>
                    <a:pt x="140814" y="109937"/>
                  </a:lnTo>
                  <a:lnTo>
                    <a:pt x="174704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8" y="9842"/>
                  </a:lnTo>
                  <a:lnTo>
                    <a:pt x="380224" y="2503"/>
                  </a:lnTo>
                  <a:lnTo>
                    <a:pt x="426719" y="0"/>
                  </a:lnTo>
                  <a:lnTo>
                    <a:pt x="473215" y="2503"/>
                  </a:lnTo>
                  <a:lnTo>
                    <a:pt x="518261" y="9842"/>
                  </a:lnTo>
                  <a:lnTo>
                    <a:pt x="561596" y="21754"/>
                  </a:lnTo>
                  <a:lnTo>
                    <a:pt x="602960" y="37980"/>
                  </a:lnTo>
                  <a:lnTo>
                    <a:pt x="642093" y="58259"/>
                  </a:lnTo>
                  <a:lnTo>
                    <a:pt x="678735" y="82332"/>
                  </a:lnTo>
                  <a:lnTo>
                    <a:pt x="712625" y="109937"/>
                  </a:lnTo>
                  <a:lnTo>
                    <a:pt x="743502" y="140814"/>
                  </a:lnTo>
                  <a:lnTo>
                    <a:pt x="771107" y="174704"/>
                  </a:lnTo>
                  <a:lnTo>
                    <a:pt x="795180" y="211346"/>
                  </a:lnTo>
                  <a:lnTo>
                    <a:pt x="815459" y="250479"/>
                  </a:lnTo>
                  <a:lnTo>
                    <a:pt x="831685" y="291843"/>
                  </a:lnTo>
                  <a:lnTo>
                    <a:pt x="843597" y="335178"/>
                  </a:lnTo>
                  <a:lnTo>
                    <a:pt x="850936" y="380223"/>
                  </a:lnTo>
                  <a:lnTo>
                    <a:pt x="853439" y="426719"/>
                  </a:lnTo>
                  <a:lnTo>
                    <a:pt x="850936" y="473215"/>
                  </a:lnTo>
                  <a:lnTo>
                    <a:pt x="843597" y="518261"/>
                  </a:lnTo>
                  <a:lnTo>
                    <a:pt x="831685" y="561596"/>
                  </a:lnTo>
                  <a:lnTo>
                    <a:pt x="815459" y="602960"/>
                  </a:lnTo>
                  <a:lnTo>
                    <a:pt x="795180" y="642093"/>
                  </a:lnTo>
                  <a:lnTo>
                    <a:pt x="771107" y="678735"/>
                  </a:lnTo>
                  <a:lnTo>
                    <a:pt x="743502" y="712624"/>
                  </a:lnTo>
                  <a:lnTo>
                    <a:pt x="712625" y="743502"/>
                  </a:lnTo>
                  <a:lnTo>
                    <a:pt x="678735" y="771107"/>
                  </a:lnTo>
                  <a:lnTo>
                    <a:pt x="642093" y="795180"/>
                  </a:lnTo>
                  <a:lnTo>
                    <a:pt x="602960" y="815459"/>
                  </a:lnTo>
                  <a:lnTo>
                    <a:pt x="561596" y="831685"/>
                  </a:lnTo>
                  <a:lnTo>
                    <a:pt x="518261" y="843597"/>
                  </a:lnTo>
                  <a:lnTo>
                    <a:pt x="473215" y="850936"/>
                  </a:lnTo>
                  <a:lnTo>
                    <a:pt x="426719" y="85344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4300" y="6489699"/>
              <a:ext cx="406400" cy="4064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425700" y="6462864"/>
            <a:ext cx="1054354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75">
                <a:solidFill>
                  <a:srgbClr val="F5F6FA"/>
                </a:solidFill>
                <a:latin typeface="Arial MT"/>
                <a:cs typeface="Arial MT"/>
              </a:rPr>
              <a:t>Existing</a:t>
            </a:r>
            <a:r>
              <a:rPr dirty="0" sz="22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F5F6FA"/>
                </a:solidFill>
                <a:latin typeface="Arial MT"/>
                <a:cs typeface="Arial MT"/>
              </a:rPr>
              <a:t>rule</a:t>
            </a:r>
            <a:r>
              <a:rPr dirty="0" sz="2150" spc="-25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2200" spc="-75">
                <a:solidFill>
                  <a:srgbClr val="F5F6FA"/>
                </a:solidFill>
                <a:latin typeface="Arial MT"/>
                <a:cs typeface="Arial MT"/>
              </a:rPr>
              <a:t>based</a:t>
            </a:r>
            <a:r>
              <a:rPr dirty="0" sz="2200" spc="-1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F5F6FA"/>
                </a:solidFill>
                <a:latin typeface="Arial MT"/>
                <a:cs typeface="Arial MT"/>
              </a:rPr>
              <a:t>filtering</a:t>
            </a:r>
            <a:r>
              <a:rPr dirty="0" sz="2200" spc="-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F5F6FA"/>
                </a:solidFill>
                <a:latin typeface="Arial MT"/>
                <a:cs typeface="Arial MT"/>
              </a:rPr>
              <a:t>mechanisms</a:t>
            </a:r>
            <a:r>
              <a:rPr dirty="0" sz="2200" spc="-1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F5F6FA"/>
                </a:solidFill>
                <a:latin typeface="Arial MT"/>
                <a:cs typeface="Arial MT"/>
              </a:rPr>
              <a:t>are</a:t>
            </a:r>
            <a:r>
              <a:rPr dirty="0" sz="22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F5F6FA"/>
                </a:solidFill>
                <a:latin typeface="Arial MT"/>
                <a:cs typeface="Arial MT"/>
              </a:rPr>
              <a:t>ineffective</a:t>
            </a:r>
            <a:r>
              <a:rPr dirty="0" sz="22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against</a:t>
            </a:r>
            <a:r>
              <a:rPr dirty="0" sz="2200" spc="-16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F5F6FA"/>
                </a:solidFill>
                <a:latin typeface="Arial MT"/>
                <a:cs typeface="Arial MT"/>
              </a:rPr>
              <a:t>evolving</a:t>
            </a:r>
            <a:r>
              <a:rPr dirty="0" sz="22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2200" spc="-20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F5F6FA"/>
                </a:solidFill>
                <a:latin typeface="Arial MT"/>
                <a:cs typeface="Arial MT"/>
              </a:rPr>
              <a:t>techniques</a:t>
            </a:r>
            <a:r>
              <a:rPr dirty="0" sz="2150" spc="-35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1531" y="7802998"/>
            <a:ext cx="14752955" cy="1219200"/>
            <a:chOff x="731531" y="7802998"/>
            <a:chExt cx="14752955" cy="1219200"/>
          </a:xfrm>
        </p:grpSpPr>
        <p:sp>
          <p:nvSpPr>
            <p:cNvPr id="20" name="object 20"/>
            <p:cNvSpPr/>
            <p:nvPr/>
          </p:nvSpPr>
          <p:spPr>
            <a:xfrm>
              <a:off x="731531" y="7802998"/>
              <a:ext cx="14752955" cy="1219200"/>
            </a:xfrm>
            <a:custGeom>
              <a:avLst/>
              <a:gdLst/>
              <a:ahLst/>
              <a:cxnLst/>
              <a:rect l="l" t="t" r="r" b="b"/>
              <a:pathLst>
                <a:path w="14752955" h="1219200">
                  <a:moveTo>
                    <a:pt x="14606269" y="1219200"/>
                  </a:moveTo>
                  <a:lnTo>
                    <a:pt x="146304" y="1219200"/>
                  </a:lnTo>
                  <a:lnTo>
                    <a:pt x="100060" y="1211741"/>
                  </a:lnTo>
                  <a:lnTo>
                    <a:pt x="59898" y="1190971"/>
                  </a:lnTo>
                  <a:lnTo>
                    <a:pt x="28228" y="1159301"/>
                  </a:lnTo>
                  <a:lnTo>
                    <a:pt x="7458" y="1119139"/>
                  </a:lnTo>
                  <a:lnTo>
                    <a:pt x="0" y="1072895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9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14606269" y="0"/>
                  </a:lnTo>
                  <a:lnTo>
                    <a:pt x="14652512" y="7458"/>
                  </a:lnTo>
                  <a:lnTo>
                    <a:pt x="14692674" y="28228"/>
                  </a:lnTo>
                  <a:lnTo>
                    <a:pt x="14724345" y="59899"/>
                  </a:lnTo>
                  <a:lnTo>
                    <a:pt x="14745114" y="100060"/>
                  </a:lnTo>
                  <a:lnTo>
                    <a:pt x="14752573" y="146304"/>
                  </a:lnTo>
                  <a:lnTo>
                    <a:pt x="14752573" y="1072895"/>
                  </a:lnTo>
                  <a:lnTo>
                    <a:pt x="14745114" y="1119139"/>
                  </a:lnTo>
                  <a:lnTo>
                    <a:pt x="14724345" y="1159301"/>
                  </a:lnTo>
                  <a:lnTo>
                    <a:pt x="14692674" y="1190971"/>
                  </a:lnTo>
                  <a:lnTo>
                    <a:pt x="14652512" y="1211741"/>
                  </a:lnTo>
                  <a:lnTo>
                    <a:pt x="14606269" y="121920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58257" y="7985881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39" h="853440">
                  <a:moveTo>
                    <a:pt x="426719" y="853440"/>
                  </a:moveTo>
                  <a:lnTo>
                    <a:pt x="380224" y="850936"/>
                  </a:lnTo>
                  <a:lnTo>
                    <a:pt x="335178" y="843597"/>
                  </a:lnTo>
                  <a:lnTo>
                    <a:pt x="291843" y="831685"/>
                  </a:lnTo>
                  <a:lnTo>
                    <a:pt x="250479" y="815459"/>
                  </a:lnTo>
                  <a:lnTo>
                    <a:pt x="211346" y="795180"/>
                  </a:lnTo>
                  <a:lnTo>
                    <a:pt x="174704" y="771107"/>
                  </a:lnTo>
                  <a:lnTo>
                    <a:pt x="140814" y="743502"/>
                  </a:lnTo>
                  <a:lnTo>
                    <a:pt x="109937" y="712624"/>
                  </a:lnTo>
                  <a:lnTo>
                    <a:pt x="82332" y="678735"/>
                  </a:lnTo>
                  <a:lnTo>
                    <a:pt x="58259" y="642093"/>
                  </a:lnTo>
                  <a:lnTo>
                    <a:pt x="37980" y="602960"/>
                  </a:lnTo>
                  <a:lnTo>
                    <a:pt x="21754" y="561596"/>
                  </a:lnTo>
                  <a:lnTo>
                    <a:pt x="9842" y="518261"/>
                  </a:lnTo>
                  <a:lnTo>
                    <a:pt x="2503" y="473215"/>
                  </a:lnTo>
                  <a:lnTo>
                    <a:pt x="0" y="426719"/>
                  </a:lnTo>
                  <a:lnTo>
                    <a:pt x="2503" y="380223"/>
                  </a:lnTo>
                  <a:lnTo>
                    <a:pt x="9842" y="335178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4"/>
                  </a:lnTo>
                  <a:lnTo>
                    <a:pt x="109937" y="140814"/>
                  </a:lnTo>
                  <a:lnTo>
                    <a:pt x="140814" y="109937"/>
                  </a:lnTo>
                  <a:lnTo>
                    <a:pt x="174704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8" y="9842"/>
                  </a:lnTo>
                  <a:lnTo>
                    <a:pt x="380224" y="2503"/>
                  </a:lnTo>
                  <a:lnTo>
                    <a:pt x="426719" y="0"/>
                  </a:lnTo>
                  <a:lnTo>
                    <a:pt x="473215" y="2503"/>
                  </a:lnTo>
                  <a:lnTo>
                    <a:pt x="518261" y="9842"/>
                  </a:lnTo>
                  <a:lnTo>
                    <a:pt x="561596" y="21754"/>
                  </a:lnTo>
                  <a:lnTo>
                    <a:pt x="602960" y="37980"/>
                  </a:lnTo>
                  <a:lnTo>
                    <a:pt x="642093" y="58259"/>
                  </a:lnTo>
                  <a:lnTo>
                    <a:pt x="678735" y="82332"/>
                  </a:lnTo>
                  <a:lnTo>
                    <a:pt x="712625" y="109937"/>
                  </a:lnTo>
                  <a:lnTo>
                    <a:pt x="743502" y="140814"/>
                  </a:lnTo>
                  <a:lnTo>
                    <a:pt x="771107" y="174704"/>
                  </a:lnTo>
                  <a:lnTo>
                    <a:pt x="795180" y="211346"/>
                  </a:lnTo>
                  <a:lnTo>
                    <a:pt x="815459" y="250479"/>
                  </a:lnTo>
                  <a:lnTo>
                    <a:pt x="831685" y="291843"/>
                  </a:lnTo>
                  <a:lnTo>
                    <a:pt x="843597" y="335178"/>
                  </a:lnTo>
                  <a:lnTo>
                    <a:pt x="850936" y="380223"/>
                  </a:lnTo>
                  <a:lnTo>
                    <a:pt x="853439" y="426719"/>
                  </a:lnTo>
                  <a:lnTo>
                    <a:pt x="850936" y="473215"/>
                  </a:lnTo>
                  <a:lnTo>
                    <a:pt x="843597" y="518261"/>
                  </a:lnTo>
                  <a:lnTo>
                    <a:pt x="831685" y="561596"/>
                  </a:lnTo>
                  <a:lnTo>
                    <a:pt x="815459" y="602960"/>
                  </a:lnTo>
                  <a:lnTo>
                    <a:pt x="795180" y="642093"/>
                  </a:lnTo>
                  <a:lnTo>
                    <a:pt x="771107" y="678735"/>
                  </a:lnTo>
                  <a:lnTo>
                    <a:pt x="743502" y="712624"/>
                  </a:lnTo>
                  <a:lnTo>
                    <a:pt x="712625" y="743502"/>
                  </a:lnTo>
                  <a:lnTo>
                    <a:pt x="678735" y="771107"/>
                  </a:lnTo>
                  <a:lnTo>
                    <a:pt x="642093" y="795180"/>
                  </a:lnTo>
                  <a:lnTo>
                    <a:pt x="602960" y="815459"/>
                  </a:lnTo>
                  <a:lnTo>
                    <a:pt x="561596" y="831685"/>
                  </a:lnTo>
                  <a:lnTo>
                    <a:pt x="518261" y="843597"/>
                  </a:lnTo>
                  <a:lnTo>
                    <a:pt x="473215" y="850936"/>
                  </a:lnTo>
                  <a:lnTo>
                    <a:pt x="426719" y="853440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4300" y="8204200"/>
              <a:ext cx="406400" cy="4064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425700" y="8119973"/>
            <a:ext cx="11582400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55" b="1">
                <a:solidFill>
                  <a:srgbClr val="00D9FF"/>
                </a:solidFill>
                <a:latin typeface="Arial"/>
                <a:cs typeface="Arial"/>
              </a:rPr>
              <a:t>Ob</a:t>
            </a:r>
            <a:r>
              <a:rPr dirty="0" sz="2150" spc="-55" b="1">
                <a:solidFill>
                  <a:srgbClr val="00D9FF"/>
                </a:solidFill>
                <a:latin typeface="Arial"/>
                <a:cs typeface="Arial"/>
              </a:rPr>
              <a:t>j</a:t>
            </a:r>
            <a:r>
              <a:rPr dirty="0" sz="2100" spc="-55" b="1">
                <a:solidFill>
                  <a:srgbClr val="00D9FF"/>
                </a:solidFill>
                <a:latin typeface="Arial"/>
                <a:cs typeface="Arial"/>
              </a:rPr>
              <a:t>ec</a:t>
            </a:r>
            <a:r>
              <a:rPr dirty="0" sz="2150" spc="-55" b="1">
                <a:solidFill>
                  <a:srgbClr val="00D9FF"/>
                </a:solidFill>
                <a:latin typeface="Arial"/>
                <a:cs typeface="Arial"/>
              </a:rPr>
              <a:t>tiv</a:t>
            </a:r>
            <a:r>
              <a:rPr dirty="0" sz="2100" spc="-55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r>
              <a:rPr dirty="0" sz="1950" spc="-55" b="1">
                <a:solidFill>
                  <a:srgbClr val="00D9FF"/>
                </a:solidFill>
                <a:latin typeface="Gadugi"/>
                <a:cs typeface="Gadugi"/>
              </a:rPr>
              <a:t>:</a:t>
            </a:r>
            <a:r>
              <a:rPr dirty="0" sz="1950" spc="370" b="1">
                <a:solidFill>
                  <a:srgbClr val="00D9FF"/>
                </a:solidFill>
                <a:latin typeface="Gadugi"/>
                <a:cs typeface="Gadugi"/>
              </a:rPr>
              <a:t> </a:t>
            </a:r>
            <a:r>
              <a:rPr dirty="0" sz="2100" spc="-75">
                <a:solidFill>
                  <a:srgbClr val="F5F6FA"/>
                </a:solidFill>
                <a:latin typeface="Arial MT"/>
                <a:cs typeface="Arial MT"/>
              </a:rPr>
              <a:t>Develop</a:t>
            </a:r>
            <a:r>
              <a:rPr dirty="0" sz="2100" spc="-1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40">
                <a:solidFill>
                  <a:srgbClr val="F5F6FA"/>
                </a:solidFill>
                <a:latin typeface="Arial MT"/>
                <a:cs typeface="Arial MT"/>
              </a:rPr>
              <a:t>an</a:t>
            </a:r>
            <a:r>
              <a:rPr dirty="0" sz="21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35">
                <a:solidFill>
                  <a:srgbClr val="F5F6FA"/>
                </a:solidFill>
                <a:latin typeface="Arial MT"/>
                <a:cs typeface="Arial MT"/>
              </a:rPr>
              <a:t>AI</a:t>
            </a:r>
            <a:r>
              <a:rPr dirty="0" sz="2050" spc="-35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2100" spc="-95">
                <a:solidFill>
                  <a:srgbClr val="F5F6FA"/>
                </a:solidFill>
                <a:latin typeface="Arial MT"/>
                <a:cs typeface="Arial MT"/>
              </a:rPr>
              <a:t>based</a:t>
            </a:r>
            <a:r>
              <a:rPr dirty="0" sz="2100" spc="-19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85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2100" spc="-11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20">
                <a:solidFill>
                  <a:srgbClr val="F5F6FA"/>
                </a:solidFill>
                <a:latin typeface="Arial MT"/>
                <a:cs typeface="Arial MT"/>
              </a:rPr>
              <a:t>email</a:t>
            </a:r>
            <a:r>
              <a:rPr dirty="0" sz="2100" spc="-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50">
                <a:solidFill>
                  <a:srgbClr val="F5F6FA"/>
                </a:solidFill>
                <a:latin typeface="Arial MT"/>
                <a:cs typeface="Arial MT"/>
              </a:rPr>
              <a:t>detection</a:t>
            </a:r>
            <a:r>
              <a:rPr dirty="0" sz="21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50">
                <a:solidFill>
                  <a:srgbClr val="F5F6FA"/>
                </a:solidFill>
                <a:latin typeface="Arial MT"/>
                <a:cs typeface="Arial MT"/>
              </a:rPr>
              <a:t>system</a:t>
            </a:r>
            <a:r>
              <a:rPr dirty="0" sz="2100" spc="-21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5F6FA"/>
                </a:solidFill>
                <a:latin typeface="Arial MT"/>
                <a:cs typeface="Arial MT"/>
              </a:rPr>
              <a:t>to</a:t>
            </a:r>
            <a:r>
              <a:rPr dirty="0" sz="21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F5F6FA"/>
                </a:solidFill>
                <a:latin typeface="Arial MT"/>
                <a:cs typeface="Arial MT"/>
              </a:rPr>
              <a:t>distinguish</a:t>
            </a:r>
            <a:r>
              <a:rPr dirty="0" sz="21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90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2100" spc="-21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5F6FA"/>
                </a:solidFill>
                <a:latin typeface="Arial MT"/>
                <a:cs typeface="Arial MT"/>
              </a:rPr>
              <a:t>from</a:t>
            </a:r>
            <a:r>
              <a:rPr dirty="0" sz="2100" spc="-21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60">
                <a:solidFill>
                  <a:srgbClr val="F5F6FA"/>
                </a:solidFill>
                <a:latin typeface="Arial MT"/>
                <a:cs typeface="Arial MT"/>
              </a:rPr>
              <a:t>legitimate</a:t>
            </a:r>
            <a:r>
              <a:rPr dirty="0" sz="2100" spc="-1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5F6FA"/>
                </a:solidFill>
                <a:latin typeface="Arial MT"/>
                <a:cs typeface="Arial MT"/>
              </a:rPr>
              <a:t>emails</a:t>
            </a:r>
            <a:r>
              <a:rPr dirty="0" sz="20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145986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75" b="1">
                <a:solidFill>
                  <a:srgbClr val="00D9FF"/>
                </a:solidFill>
                <a:latin typeface="Arial"/>
                <a:cs typeface="Arial"/>
              </a:rPr>
              <a:t>OVE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90" b="1">
                <a:solidFill>
                  <a:srgbClr val="00D9FF"/>
                </a:solidFill>
                <a:latin typeface="Arial"/>
                <a:cs typeface="Arial"/>
              </a:rPr>
              <a:t>RVI</a:t>
            </a:r>
            <a:r>
              <a:rPr dirty="0" sz="1800" spc="-19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65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r>
              <a:rPr dirty="0" sz="1800" spc="-15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235" b="1">
                <a:solidFill>
                  <a:srgbClr val="00D9FF"/>
                </a:solidFill>
                <a:latin typeface="Arial"/>
                <a:cs typeface="Arial"/>
              </a:rPr>
              <a:t>W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1022238"/>
            <a:ext cx="2251710" cy="734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14"/>
              <a:t>Ab</a:t>
            </a:r>
            <a:r>
              <a:rPr dirty="0" spc="-114"/>
              <a:t>str</a:t>
            </a:r>
            <a:r>
              <a:rPr dirty="0" sz="4500" spc="-114"/>
              <a:t>ac</a:t>
            </a:r>
            <a:r>
              <a:rPr dirty="0" spc="-114"/>
              <a:t>t</a:t>
            </a:r>
            <a:endParaRPr sz="4500"/>
          </a:p>
        </p:txBody>
      </p:sp>
      <p:sp>
        <p:nvSpPr>
          <p:cNvPr id="4" name="object 4"/>
          <p:cNvSpPr/>
          <p:nvPr/>
        </p:nvSpPr>
        <p:spPr>
          <a:xfrm>
            <a:off x="731531" y="2316515"/>
            <a:ext cx="7315834" cy="5547995"/>
          </a:xfrm>
          <a:custGeom>
            <a:avLst/>
            <a:gdLst/>
            <a:ahLst/>
            <a:cxnLst/>
            <a:rect l="l" t="t" r="r" b="b"/>
            <a:pathLst>
              <a:path w="7315834" h="5547995">
                <a:moveTo>
                  <a:pt x="7168895" y="5547486"/>
                </a:moveTo>
                <a:lnTo>
                  <a:pt x="146430" y="5547486"/>
                </a:lnTo>
                <a:lnTo>
                  <a:pt x="100147" y="5540021"/>
                </a:lnTo>
                <a:lnTo>
                  <a:pt x="59950" y="5519234"/>
                </a:lnTo>
                <a:lnTo>
                  <a:pt x="28252" y="5487536"/>
                </a:lnTo>
                <a:lnTo>
                  <a:pt x="7465" y="5447339"/>
                </a:lnTo>
                <a:lnTo>
                  <a:pt x="0" y="5401055"/>
                </a:lnTo>
                <a:lnTo>
                  <a:pt x="0" y="146430"/>
                </a:lnTo>
                <a:lnTo>
                  <a:pt x="7465" y="100147"/>
                </a:lnTo>
                <a:lnTo>
                  <a:pt x="28252" y="59950"/>
                </a:lnTo>
                <a:lnTo>
                  <a:pt x="59950" y="28252"/>
                </a:lnTo>
                <a:lnTo>
                  <a:pt x="100147" y="7465"/>
                </a:lnTo>
                <a:lnTo>
                  <a:pt x="146430" y="0"/>
                </a:lnTo>
                <a:lnTo>
                  <a:pt x="7168895" y="0"/>
                </a:lnTo>
                <a:lnTo>
                  <a:pt x="7215179" y="7465"/>
                </a:lnTo>
                <a:lnTo>
                  <a:pt x="7255376" y="28252"/>
                </a:lnTo>
                <a:lnTo>
                  <a:pt x="7287074" y="59950"/>
                </a:lnTo>
                <a:lnTo>
                  <a:pt x="7307862" y="100147"/>
                </a:lnTo>
                <a:lnTo>
                  <a:pt x="7315327" y="146430"/>
                </a:lnTo>
                <a:lnTo>
                  <a:pt x="7315327" y="5401055"/>
                </a:lnTo>
                <a:lnTo>
                  <a:pt x="7307862" y="5447339"/>
                </a:lnTo>
                <a:lnTo>
                  <a:pt x="7287074" y="5487536"/>
                </a:lnTo>
                <a:lnTo>
                  <a:pt x="7255376" y="5519234"/>
                </a:lnTo>
                <a:lnTo>
                  <a:pt x="7215179" y="5540021"/>
                </a:lnTo>
                <a:lnTo>
                  <a:pt x="7168895" y="5547486"/>
                </a:lnTo>
                <a:close/>
              </a:path>
            </a:pathLst>
          </a:custGeom>
          <a:solidFill>
            <a:srgbClr val="111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57300" y="2704338"/>
            <a:ext cx="6212840" cy="230251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 marR="588645">
              <a:lnSpc>
                <a:spcPts val="2300"/>
              </a:lnSpc>
              <a:spcBef>
                <a:spcPts val="365"/>
              </a:spcBef>
            </a:pPr>
            <a:r>
              <a:rPr dirty="0" sz="2100" spc="-125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2100" spc="-19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95">
                <a:solidFill>
                  <a:srgbClr val="F5F6FA"/>
                </a:solidFill>
                <a:latin typeface="Arial MT"/>
                <a:cs typeface="Arial MT"/>
              </a:rPr>
              <a:t>emails</a:t>
            </a:r>
            <a:r>
              <a:rPr dirty="0" sz="2100" spc="-13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45">
                <a:solidFill>
                  <a:srgbClr val="F5F6FA"/>
                </a:solidFill>
                <a:latin typeface="Arial MT"/>
                <a:cs typeface="Arial MT"/>
              </a:rPr>
              <a:t>distribute</a:t>
            </a:r>
            <a:r>
              <a:rPr dirty="0" sz="2100" spc="-1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85">
                <a:solidFill>
                  <a:srgbClr val="F5F6FA"/>
                </a:solidFill>
                <a:latin typeface="Arial MT"/>
                <a:cs typeface="Arial MT"/>
              </a:rPr>
              <a:t>phishing</a:t>
            </a:r>
            <a:r>
              <a:rPr dirty="0" sz="2100" spc="-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10">
                <a:solidFill>
                  <a:srgbClr val="F5F6FA"/>
                </a:solidFill>
                <a:latin typeface="Arial MT"/>
                <a:cs typeface="Arial MT"/>
              </a:rPr>
              <a:t>links</a:t>
            </a:r>
            <a:r>
              <a:rPr dirty="0" sz="2050" spc="-110">
                <a:solidFill>
                  <a:srgbClr val="F5F6FA"/>
                </a:solidFill>
                <a:latin typeface="Arial MT"/>
                <a:cs typeface="Arial MT"/>
              </a:rPr>
              <a:t>,</a:t>
            </a:r>
            <a:r>
              <a:rPr dirty="0" sz="2050" spc="-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90">
                <a:solidFill>
                  <a:srgbClr val="F5F6FA"/>
                </a:solidFill>
                <a:latin typeface="Arial MT"/>
                <a:cs typeface="Arial MT"/>
              </a:rPr>
              <a:t>malware</a:t>
            </a:r>
            <a:r>
              <a:rPr dirty="0" sz="2050" spc="-90">
                <a:solidFill>
                  <a:srgbClr val="F5F6FA"/>
                </a:solidFill>
                <a:latin typeface="Arial MT"/>
                <a:cs typeface="Arial MT"/>
              </a:rPr>
              <a:t>,</a:t>
            </a:r>
            <a:r>
              <a:rPr dirty="0" sz="2050" spc="-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F5F6FA"/>
                </a:solidFill>
                <a:latin typeface="Arial MT"/>
                <a:cs typeface="Arial MT"/>
              </a:rPr>
              <a:t>and </a:t>
            </a:r>
            <a:r>
              <a:rPr dirty="0" sz="2100" spc="-70">
                <a:solidFill>
                  <a:srgbClr val="F5F6FA"/>
                </a:solidFill>
                <a:latin typeface="Arial MT"/>
                <a:cs typeface="Arial MT"/>
              </a:rPr>
              <a:t>ransomware</a:t>
            </a:r>
            <a:r>
              <a:rPr dirty="0" sz="2100" spc="-17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50" spc="120">
                <a:solidFill>
                  <a:srgbClr val="F5F6FA"/>
                </a:solidFill>
                <a:latin typeface="Arial MT"/>
                <a:cs typeface="Arial MT"/>
              </a:rPr>
              <a:t>—</a:t>
            </a:r>
            <a:r>
              <a:rPr dirty="0" sz="2050" spc="-3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F5F6FA"/>
                </a:solidFill>
                <a:latin typeface="Arial MT"/>
                <a:cs typeface="Arial MT"/>
              </a:rPr>
              <a:t>posing</a:t>
            </a:r>
            <a:r>
              <a:rPr dirty="0" sz="2100" spc="-17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35">
                <a:solidFill>
                  <a:srgbClr val="F5F6FA"/>
                </a:solidFill>
                <a:latin typeface="Arial MT"/>
                <a:cs typeface="Arial MT"/>
              </a:rPr>
              <a:t>a</a:t>
            </a:r>
            <a:r>
              <a:rPr dirty="0" sz="2100" spc="-8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50">
                <a:solidFill>
                  <a:srgbClr val="F5F6FA"/>
                </a:solidFill>
                <a:latin typeface="Arial MT"/>
                <a:cs typeface="Arial MT"/>
              </a:rPr>
              <a:t>constant</a:t>
            </a:r>
            <a:r>
              <a:rPr dirty="0" sz="2100" spc="-1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65">
                <a:solidFill>
                  <a:srgbClr val="F5F6FA"/>
                </a:solidFill>
                <a:latin typeface="Arial MT"/>
                <a:cs typeface="Arial MT"/>
              </a:rPr>
              <a:t>risk</a:t>
            </a:r>
            <a:r>
              <a:rPr dirty="0" sz="2100" spc="-2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5F6FA"/>
                </a:solidFill>
                <a:latin typeface="Arial MT"/>
                <a:cs typeface="Arial MT"/>
              </a:rPr>
              <a:t>to</a:t>
            </a:r>
            <a:r>
              <a:rPr dirty="0" sz="2100" spc="-11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5F6FA"/>
                </a:solidFill>
                <a:latin typeface="Arial MT"/>
                <a:cs typeface="Arial MT"/>
              </a:rPr>
              <a:t>inboxes everywhere</a:t>
            </a:r>
            <a:r>
              <a:rPr dirty="0" sz="20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ts val="2300"/>
              </a:lnSpc>
            </a:pPr>
            <a:r>
              <a:rPr dirty="0" sz="2100" spc="-85">
                <a:solidFill>
                  <a:srgbClr val="8FA2BE"/>
                </a:solidFill>
                <a:latin typeface="Arial MT"/>
                <a:cs typeface="Arial MT"/>
              </a:rPr>
              <a:t>CyberInbox</a:t>
            </a:r>
            <a:r>
              <a:rPr dirty="0" sz="2100" spc="-204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95">
                <a:solidFill>
                  <a:srgbClr val="8FA2BE"/>
                </a:solidFill>
                <a:latin typeface="Arial MT"/>
                <a:cs typeface="Arial MT"/>
              </a:rPr>
              <a:t>harnesses</a:t>
            </a:r>
            <a:r>
              <a:rPr dirty="0" sz="2100" spc="-15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95">
                <a:solidFill>
                  <a:srgbClr val="8FA2BE"/>
                </a:solidFill>
                <a:latin typeface="Arial MT"/>
                <a:cs typeface="Arial MT"/>
              </a:rPr>
              <a:t>Natural</a:t>
            </a:r>
            <a:r>
              <a:rPr dirty="0" sz="2100" spc="4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00">
                <a:solidFill>
                  <a:srgbClr val="8FA2BE"/>
                </a:solidFill>
                <a:latin typeface="Arial MT"/>
                <a:cs typeface="Arial MT"/>
              </a:rPr>
              <a:t>Language</a:t>
            </a:r>
            <a:r>
              <a:rPr dirty="0" sz="2100" spc="-8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8FA2BE"/>
                </a:solidFill>
                <a:latin typeface="Arial MT"/>
                <a:cs typeface="Arial MT"/>
              </a:rPr>
              <a:t>Processing </a:t>
            </a:r>
            <a:r>
              <a:rPr dirty="0" sz="2050" spc="-60">
                <a:solidFill>
                  <a:srgbClr val="8FA2BE"/>
                </a:solidFill>
                <a:latin typeface="Arial MT"/>
                <a:cs typeface="Arial MT"/>
              </a:rPr>
              <a:t>(</a:t>
            </a:r>
            <a:r>
              <a:rPr dirty="0" sz="2100" spc="-60">
                <a:solidFill>
                  <a:srgbClr val="8FA2BE"/>
                </a:solidFill>
                <a:latin typeface="Arial MT"/>
                <a:cs typeface="Arial MT"/>
              </a:rPr>
              <a:t>NLP</a:t>
            </a:r>
            <a:r>
              <a:rPr dirty="0" sz="2050" spc="-60">
                <a:solidFill>
                  <a:srgbClr val="8FA2BE"/>
                </a:solidFill>
                <a:latin typeface="Arial MT"/>
                <a:cs typeface="Arial MT"/>
              </a:rPr>
              <a:t>)</a:t>
            </a:r>
            <a:r>
              <a:rPr dirty="0" sz="2050" spc="2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05">
                <a:solidFill>
                  <a:srgbClr val="8FA2BE"/>
                </a:solidFill>
                <a:latin typeface="Arial MT"/>
                <a:cs typeface="Arial MT"/>
              </a:rPr>
              <a:t>and</a:t>
            </a:r>
            <a:r>
              <a:rPr dirty="0" sz="2100" spc="-9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8FA2BE"/>
                </a:solidFill>
                <a:latin typeface="Arial MT"/>
                <a:cs typeface="Arial MT"/>
              </a:rPr>
              <a:t>Machine</a:t>
            </a:r>
            <a:r>
              <a:rPr dirty="0" sz="2100" spc="-19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90">
                <a:solidFill>
                  <a:srgbClr val="8FA2BE"/>
                </a:solidFill>
                <a:latin typeface="Arial MT"/>
                <a:cs typeface="Arial MT"/>
              </a:rPr>
              <a:t>Learning</a:t>
            </a:r>
            <a:r>
              <a:rPr dirty="0" sz="2100" spc="-9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8FA2BE"/>
                </a:solidFill>
                <a:latin typeface="Arial MT"/>
                <a:cs typeface="Arial MT"/>
              </a:rPr>
              <a:t>to</a:t>
            </a:r>
            <a:r>
              <a:rPr dirty="0" sz="2100" spc="-14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85">
                <a:solidFill>
                  <a:srgbClr val="8FA2BE"/>
                </a:solidFill>
                <a:latin typeface="Arial MT"/>
                <a:cs typeface="Arial MT"/>
              </a:rPr>
              <a:t>tell</a:t>
            </a:r>
            <a:r>
              <a:rPr dirty="0" sz="2100" spc="-65">
                <a:solidFill>
                  <a:srgbClr val="8FA2BE"/>
                </a:solidFill>
                <a:latin typeface="Arial MT"/>
                <a:cs typeface="Arial MT"/>
              </a:rPr>
              <a:t> spam</a:t>
            </a:r>
            <a:r>
              <a:rPr dirty="0" sz="2100" spc="-22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8FA2BE"/>
                </a:solidFill>
                <a:latin typeface="Arial MT"/>
                <a:cs typeface="Arial MT"/>
              </a:rPr>
              <a:t>from</a:t>
            </a:r>
            <a:r>
              <a:rPr dirty="0" sz="2100" spc="-21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8FA2BE"/>
                </a:solidFill>
                <a:latin typeface="Arial MT"/>
                <a:cs typeface="Arial MT"/>
              </a:rPr>
              <a:t>legitimate </a:t>
            </a:r>
            <a:r>
              <a:rPr dirty="0" sz="2100" spc="-114">
                <a:solidFill>
                  <a:srgbClr val="8FA2BE"/>
                </a:solidFill>
                <a:latin typeface="Arial MT"/>
                <a:cs typeface="Arial MT"/>
              </a:rPr>
              <a:t>mail</a:t>
            </a:r>
            <a:r>
              <a:rPr dirty="0" sz="2100" spc="3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50" spc="120">
                <a:solidFill>
                  <a:srgbClr val="8FA2BE"/>
                </a:solidFill>
                <a:latin typeface="Arial MT"/>
                <a:cs typeface="Arial MT"/>
              </a:rPr>
              <a:t>—</a:t>
            </a:r>
            <a:r>
              <a:rPr dirty="0" sz="2050" spc="-34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8FA2BE"/>
                </a:solidFill>
                <a:latin typeface="Arial MT"/>
                <a:cs typeface="Arial MT"/>
              </a:rPr>
              <a:t>automatically</a:t>
            </a:r>
            <a:r>
              <a:rPr dirty="0" sz="2050" spc="-75">
                <a:solidFill>
                  <a:srgbClr val="8FA2BE"/>
                </a:solidFill>
                <a:latin typeface="Arial MT"/>
                <a:cs typeface="Arial MT"/>
              </a:rPr>
              <a:t>,</a:t>
            </a:r>
            <a:r>
              <a:rPr dirty="0" sz="2050" spc="-6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05">
                <a:solidFill>
                  <a:srgbClr val="8FA2BE"/>
                </a:solidFill>
                <a:latin typeface="Arial MT"/>
                <a:cs typeface="Arial MT"/>
              </a:rPr>
              <a:t>and</a:t>
            </a:r>
            <a:r>
              <a:rPr dirty="0" sz="2100" spc="-9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90">
                <a:solidFill>
                  <a:srgbClr val="8FA2BE"/>
                </a:solidFill>
                <a:latin typeface="Arial MT"/>
                <a:cs typeface="Arial MT"/>
              </a:rPr>
              <a:t>in</a:t>
            </a:r>
            <a:r>
              <a:rPr dirty="0" sz="2100" spc="-16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14">
                <a:solidFill>
                  <a:srgbClr val="8FA2BE"/>
                </a:solidFill>
                <a:latin typeface="Arial MT"/>
                <a:cs typeface="Arial MT"/>
              </a:rPr>
              <a:t>real</a:t>
            </a:r>
            <a:r>
              <a:rPr dirty="0" sz="2100" spc="-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8FA2BE"/>
                </a:solidFill>
                <a:latin typeface="Arial MT"/>
                <a:cs typeface="Arial MT"/>
              </a:rPr>
              <a:t>time</a:t>
            </a:r>
            <a:r>
              <a:rPr dirty="0" sz="2050" spc="-10">
                <a:solidFill>
                  <a:srgbClr val="8FA2BE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57" y="5486483"/>
            <a:ext cx="6462395" cy="0"/>
          </a:xfrm>
          <a:custGeom>
            <a:avLst/>
            <a:gdLst/>
            <a:ahLst/>
            <a:cxnLst/>
            <a:rect l="l" t="t" r="r" b="b"/>
            <a:pathLst>
              <a:path w="6462395" h="0">
                <a:moveTo>
                  <a:pt x="0" y="0"/>
                </a:moveTo>
                <a:lnTo>
                  <a:pt x="6461858" y="0"/>
                </a:lnTo>
              </a:path>
            </a:pathLst>
          </a:custGeom>
          <a:ln w="25400">
            <a:solidFill>
              <a:srgbClr val="16254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57300" y="6158738"/>
            <a:ext cx="5909310" cy="93091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5"/>
              </a:spcBef>
            </a:pPr>
            <a:r>
              <a:rPr dirty="0" sz="2100" spc="70">
                <a:solidFill>
                  <a:srgbClr val="F5F6FA"/>
                </a:solidFill>
                <a:latin typeface="Arial MT"/>
                <a:cs typeface="Arial MT"/>
              </a:rPr>
              <a:t>A</a:t>
            </a:r>
            <a:r>
              <a:rPr dirty="0" sz="2100" spc="-2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55">
                <a:solidFill>
                  <a:srgbClr val="F5F6FA"/>
                </a:solidFill>
                <a:latin typeface="Arial MT"/>
                <a:cs typeface="Arial MT"/>
              </a:rPr>
              <a:t>Logistic</a:t>
            </a:r>
            <a:r>
              <a:rPr dirty="0" sz="2100" spc="-1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05">
                <a:solidFill>
                  <a:srgbClr val="F5F6FA"/>
                </a:solidFill>
                <a:latin typeface="Arial MT"/>
                <a:cs typeface="Arial MT"/>
              </a:rPr>
              <a:t>Regression</a:t>
            </a:r>
            <a:r>
              <a:rPr dirty="0" sz="2100" spc="-3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70">
                <a:solidFill>
                  <a:srgbClr val="F5F6FA"/>
                </a:solidFill>
                <a:latin typeface="Arial MT"/>
                <a:cs typeface="Arial MT"/>
              </a:rPr>
              <a:t>classifier</a:t>
            </a:r>
            <a:r>
              <a:rPr dirty="0" sz="2100" spc="-1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80">
                <a:solidFill>
                  <a:srgbClr val="F5F6FA"/>
                </a:solidFill>
                <a:latin typeface="Arial MT"/>
                <a:cs typeface="Arial MT"/>
              </a:rPr>
              <a:t>is</a:t>
            </a:r>
            <a:r>
              <a:rPr dirty="0" sz="2100" spc="-1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65">
                <a:solidFill>
                  <a:srgbClr val="F5F6FA"/>
                </a:solidFill>
                <a:latin typeface="Arial MT"/>
                <a:cs typeface="Arial MT"/>
              </a:rPr>
              <a:t>trained</a:t>
            </a:r>
            <a:r>
              <a:rPr dirty="0" sz="2100" spc="-8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90">
                <a:solidFill>
                  <a:srgbClr val="F5F6FA"/>
                </a:solidFill>
                <a:latin typeface="Arial MT"/>
                <a:cs typeface="Arial MT"/>
              </a:rPr>
              <a:t>on</a:t>
            </a:r>
            <a:r>
              <a:rPr dirty="0" sz="21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F5F6FA"/>
                </a:solidFill>
                <a:latin typeface="Arial MT"/>
                <a:cs typeface="Arial MT"/>
              </a:rPr>
              <a:t>the </a:t>
            </a:r>
            <a:r>
              <a:rPr dirty="0" sz="2100" spc="-120">
                <a:solidFill>
                  <a:srgbClr val="F5F6FA"/>
                </a:solidFill>
                <a:latin typeface="Arial MT"/>
                <a:cs typeface="Arial MT"/>
              </a:rPr>
              <a:t>SpamAssassin</a:t>
            </a:r>
            <a:r>
              <a:rPr dirty="0" sz="2100" spc="-1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F5F6FA"/>
                </a:solidFill>
                <a:latin typeface="Arial MT"/>
                <a:cs typeface="Arial MT"/>
              </a:rPr>
              <a:t>dataset</a:t>
            </a:r>
            <a:r>
              <a:rPr dirty="0" sz="2050" spc="-75">
                <a:solidFill>
                  <a:srgbClr val="F5F6FA"/>
                </a:solidFill>
                <a:latin typeface="Arial MT"/>
                <a:cs typeface="Arial MT"/>
              </a:rPr>
              <a:t>,</a:t>
            </a:r>
            <a:r>
              <a:rPr dirty="0" sz="2050" spc="-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90">
                <a:solidFill>
                  <a:srgbClr val="F5F6FA"/>
                </a:solidFill>
                <a:latin typeface="Arial MT"/>
                <a:cs typeface="Arial MT"/>
              </a:rPr>
              <a:t>using</a:t>
            </a:r>
            <a:r>
              <a:rPr dirty="0" sz="2100" spc="-6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65">
                <a:solidFill>
                  <a:srgbClr val="F5F6FA"/>
                </a:solidFill>
                <a:latin typeface="Arial MT"/>
                <a:cs typeface="Arial MT"/>
              </a:rPr>
              <a:t>TF</a:t>
            </a:r>
            <a:r>
              <a:rPr dirty="0" sz="2050" spc="-65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2100" spc="-160">
                <a:solidFill>
                  <a:srgbClr val="F5F6FA"/>
                </a:solidFill>
                <a:latin typeface="Arial MT"/>
                <a:cs typeface="Arial MT"/>
              </a:rPr>
              <a:t>IDF</a:t>
            </a:r>
            <a:r>
              <a:rPr dirty="0" sz="2100" spc="-2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50">
                <a:solidFill>
                  <a:srgbClr val="F5F6FA"/>
                </a:solidFill>
                <a:latin typeface="Arial MT"/>
                <a:cs typeface="Arial MT"/>
              </a:rPr>
              <a:t>vectorization</a:t>
            </a:r>
            <a:r>
              <a:rPr dirty="0" sz="2100" spc="-12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F5F6FA"/>
                </a:solidFill>
                <a:latin typeface="Arial MT"/>
                <a:cs typeface="Arial MT"/>
              </a:rPr>
              <a:t>for </a:t>
            </a:r>
            <a:r>
              <a:rPr dirty="0" sz="2100" spc="-45">
                <a:solidFill>
                  <a:srgbClr val="F5F6FA"/>
                </a:solidFill>
                <a:latin typeface="Arial MT"/>
                <a:cs typeface="Arial MT"/>
              </a:rPr>
              <a:t>feature</a:t>
            </a:r>
            <a:r>
              <a:rPr dirty="0" sz="2100" spc="-1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5F6FA"/>
                </a:solidFill>
                <a:latin typeface="Arial MT"/>
                <a:cs typeface="Arial MT"/>
              </a:rPr>
              <a:t>extraction</a:t>
            </a:r>
            <a:r>
              <a:rPr dirty="0" sz="20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412608" y="2316515"/>
            <a:ext cx="7071995" cy="1767839"/>
            <a:chOff x="8412608" y="2316515"/>
            <a:chExt cx="7071995" cy="1767839"/>
          </a:xfrm>
        </p:grpSpPr>
        <p:sp>
          <p:nvSpPr>
            <p:cNvPr id="9" name="object 9"/>
            <p:cNvSpPr/>
            <p:nvPr/>
          </p:nvSpPr>
          <p:spPr>
            <a:xfrm>
              <a:off x="8412608" y="2316515"/>
              <a:ext cx="7071995" cy="1767839"/>
            </a:xfrm>
            <a:custGeom>
              <a:avLst/>
              <a:gdLst/>
              <a:ahLst/>
              <a:cxnLst/>
              <a:rect l="l" t="t" r="r" b="b"/>
              <a:pathLst>
                <a:path w="7071994" h="1767839">
                  <a:moveTo>
                    <a:pt x="6925182" y="1767840"/>
                  </a:moveTo>
                  <a:lnTo>
                    <a:pt x="146304" y="1767840"/>
                  </a:lnTo>
                  <a:lnTo>
                    <a:pt x="100060" y="1760381"/>
                  </a:lnTo>
                  <a:lnTo>
                    <a:pt x="59898" y="1739611"/>
                  </a:lnTo>
                  <a:lnTo>
                    <a:pt x="28228" y="1707941"/>
                  </a:lnTo>
                  <a:lnTo>
                    <a:pt x="7458" y="1667779"/>
                  </a:lnTo>
                  <a:lnTo>
                    <a:pt x="0" y="1621535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6925182" y="0"/>
                  </a:lnTo>
                  <a:lnTo>
                    <a:pt x="6971425" y="7458"/>
                  </a:lnTo>
                  <a:lnTo>
                    <a:pt x="7011587" y="28228"/>
                  </a:lnTo>
                  <a:lnTo>
                    <a:pt x="7043258" y="59898"/>
                  </a:lnTo>
                  <a:lnTo>
                    <a:pt x="7064028" y="100060"/>
                  </a:lnTo>
                  <a:lnTo>
                    <a:pt x="7071486" y="146304"/>
                  </a:lnTo>
                  <a:lnTo>
                    <a:pt x="7071486" y="1621535"/>
                  </a:lnTo>
                  <a:lnTo>
                    <a:pt x="7064028" y="1667779"/>
                  </a:lnTo>
                  <a:lnTo>
                    <a:pt x="7043258" y="1707941"/>
                  </a:lnTo>
                  <a:lnTo>
                    <a:pt x="7011587" y="1739611"/>
                  </a:lnTo>
                  <a:lnTo>
                    <a:pt x="6971425" y="1760381"/>
                  </a:lnTo>
                  <a:lnTo>
                    <a:pt x="6925182" y="176784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778374" y="274324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400"/>
                  </a:move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1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200" y="0"/>
                  </a:lnTo>
                  <a:lnTo>
                    <a:pt x="503946" y="2360"/>
                  </a:lnTo>
                  <a:lnTo>
                    <a:pt x="549341" y="9288"/>
                  </a:lnTo>
                  <a:lnTo>
                    <a:pt x="593157" y="20554"/>
                  </a:lnTo>
                  <a:lnTo>
                    <a:pt x="635162" y="35929"/>
                  </a:lnTo>
                  <a:lnTo>
                    <a:pt x="675128" y="55181"/>
                  </a:lnTo>
                  <a:lnTo>
                    <a:pt x="712824" y="78082"/>
                  </a:lnTo>
                  <a:lnTo>
                    <a:pt x="748021" y="104402"/>
                  </a:lnTo>
                  <a:lnTo>
                    <a:pt x="780489" y="133910"/>
                  </a:lnTo>
                  <a:lnTo>
                    <a:pt x="809997" y="166378"/>
                  </a:lnTo>
                  <a:lnTo>
                    <a:pt x="836317" y="201575"/>
                  </a:lnTo>
                  <a:lnTo>
                    <a:pt x="859218" y="239271"/>
                  </a:lnTo>
                  <a:lnTo>
                    <a:pt x="878470" y="279237"/>
                  </a:lnTo>
                  <a:lnTo>
                    <a:pt x="893845" y="321242"/>
                  </a:lnTo>
                  <a:lnTo>
                    <a:pt x="905111" y="365058"/>
                  </a:lnTo>
                  <a:lnTo>
                    <a:pt x="912039" y="410453"/>
                  </a:lnTo>
                  <a:lnTo>
                    <a:pt x="914400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1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200" y="914400"/>
                  </a:lnTo>
                  <a:close/>
                </a:path>
              </a:pathLst>
            </a:custGeom>
            <a:solidFill>
              <a:srgbClr val="09112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16999" y="2984500"/>
              <a:ext cx="444500" cy="444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160000" y="2570073"/>
            <a:ext cx="4100195" cy="1102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55" b="1">
                <a:solidFill>
                  <a:srgbClr val="F5F6FA"/>
                </a:solidFill>
                <a:latin typeface="Arial"/>
                <a:cs typeface="Arial"/>
              </a:rPr>
              <a:t>Te</a:t>
            </a:r>
            <a:r>
              <a:rPr dirty="0" sz="2150" spc="-55" b="1">
                <a:solidFill>
                  <a:srgbClr val="F5F6FA"/>
                </a:solidFill>
                <a:latin typeface="Arial"/>
                <a:cs typeface="Arial"/>
              </a:rPr>
              <a:t>xt</a:t>
            </a:r>
            <a:r>
              <a:rPr dirty="0" sz="2150" spc="-175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100" spc="-45" b="1">
                <a:solidFill>
                  <a:srgbClr val="F5F6FA"/>
                </a:solidFill>
                <a:latin typeface="Arial"/>
                <a:cs typeface="Arial"/>
              </a:rPr>
              <a:t>P</a:t>
            </a:r>
            <a:r>
              <a:rPr dirty="0" sz="2150" spc="-45" b="1">
                <a:solidFill>
                  <a:srgbClr val="F5F6FA"/>
                </a:solidFill>
                <a:latin typeface="Arial"/>
                <a:cs typeface="Arial"/>
              </a:rPr>
              <a:t>r</a:t>
            </a:r>
            <a:r>
              <a:rPr dirty="0" sz="2100" spc="-45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150" spc="-45" b="1">
                <a:solidFill>
                  <a:srgbClr val="F5F6FA"/>
                </a:solidFill>
                <a:latin typeface="Arial"/>
                <a:cs typeface="Arial"/>
              </a:rPr>
              <a:t>pro</a:t>
            </a:r>
            <a:r>
              <a:rPr dirty="0" sz="2100" spc="-45" b="1">
                <a:solidFill>
                  <a:srgbClr val="F5F6FA"/>
                </a:solidFill>
                <a:latin typeface="Arial"/>
                <a:cs typeface="Arial"/>
              </a:rPr>
              <a:t>ce</a:t>
            </a:r>
            <a:r>
              <a:rPr dirty="0" sz="2150" spc="-45" b="1">
                <a:solidFill>
                  <a:srgbClr val="F5F6FA"/>
                </a:solidFill>
                <a:latin typeface="Arial"/>
                <a:cs typeface="Arial"/>
              </a:rPr>
              <a:t>ssing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1700"/>
              </a:lnSpc>
            </a:pPr>
            <a:r>
              <a:rPr dirty="0" sz="1550" spc="-20">
                <a:solidFill>
                  <a:srgbClr val="8FA2BE"/>
                </a:solidFill>
                <a:latin typeface="Arial MT"/>
                <a:cs typeface="Arial MT"/>
              </a:rPr>
              <a:t>Lowercase</a:t>
            </a:r>
            <a:r>
              <a:rPr dirty="0" sz="1550" spc="-8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8FA2BE"/>
                </a:solidFill>
                <a:latin typeface="Arial MT"/>
                <a:cs typeface="Arial MT"/>
              </a:rPr>
              <a:t>·</a:t>
            </a:r>
            <a:r>
              <a:rPr dirty="0" sz="1550" spc="8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8FA2BE"/>
                </a:solidFill>
                <a:latin typeface="Arial MT"/>
                <a:cs typeface="Arial MT"/>
              </a:rPr>
              <a:t>punctuation</a:t>
            </a:r>
            <a:r>
              <a:rPr dirty="0" sz="1550" spc="-5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100">
                <a:solidFill>
                  <a:srgbClr val="8FA2BE"/>
                </a:solidFill>
                <a:latin typeface="Arial MT"/>
                <a:cs typeface="Arial MT"/>
              </a:rPr>
              <a:t>&amp;</a:t>
            </a:r>
            <a:r>
              <a:rPr dirty="0" sz="1550" spc="-18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8FA2BE"/>
                </a:solidFill>
                <a:latin typeface="Arial MT"/>
                <a:cs typeface="Arial MT"/>
              </a:rPr>
              <a:t>stop-word</a:t>
            </a:r>
            <a:r>
              <a:rPr dirty="0" sz="1550" spc="-8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8FA2BE"/>
                </a:solidFill>
                <a:latin typeface="Arial MT"/>
                <a:cs typeface="Arial MT"/>
              </a:rPr>
              <a:t>removal</a:t>
            </a:r>
            <a:r>
              <a:rPr dirty="0" sz="1550" spc="3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8FA2BE"/>
                </a:solidFill>
                <a:latin typeface="Arial MT"/>
                <a:cs typeface="Arial MT"/>
              </a:rPr>
              <a:t>· </a:t>
            </a:r>
            <a:r>
              <a:rPr dirty="0" sz="1550" spc="-10">
                <a:solidFill>
                  <a:srgbClr val="8FA2BE"/>
                </a:solidFill>
                <a:latin typeface="Arial MT"/>
                <a:cs typeface="Arial MT"/>
              </a:rPr>
              <a:t>tokenization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12608" y="4328226"/>
            <a:ext cx="7071995" cy="1767839"/>
            <a:chOff x="8412608" y="4328226"/>
            <a:chExt cx="7071995" cy="1767839"/>
          </a:xfrm>
        </p:grpSpPr>
        <p:sp>
          <p:nvSpPr>
            <p:cNvPr id="14" name="object 14"/>
            <p:cNvSpPr/>
            <p:nvPr/>
          </p:nvSpPr>
          <p:spPr>
            <a:xfrm>
              <a:off x="8412608" y="4328226"/>
              <a:ext cx="7071995" cy="1767839"/>
            </a:xfrm>
            <a:custGeom>
              <a:avLst/>
              <a:gdLst/>
              <a:ahLst/>
              <a:cxnLst/>
              <a:rect l="l" t="t" r="r" b="b"/>
              <a:pathLst>
                <a:path w="7071994" h="1767839">
                  <a:moveTo>
                    <a:pt x="6925182" y="1767839"/>
                  </a:moveTo>
                  <a:lnTo>
                    <a:pt x="146304" y="1767839"/>
                  </a:lnTo>
                  <a:lnTo>
                    <a:pt x="100060" y="1760381"/>
                  </a:lnTo>
                  <a:lnTo>
                    <a:pt x="59898" y="1739611"/>
                  </a:lnTo>
                  <a:lnTo>
                    <a:pt x="28228" y="1707940"/>
                  </a:lnTo>
                  <a:lnTo>
                    <a:pt x="7458" y="1667779"/>
                  </a:lnTo>
                  <a:lnTo>
                    <a:pt x="0" y="1621535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6925182" y="0"/>
                  </a:lnTo>
                  <a:lnTo>
                    <a:pt x="6971425" y="7458"/>
                  </a:lnTo>
                  <a:lnTo>
                    <a:pt x="7011587" y="28228"/>
                  </a:lnTo>
                  <a:lnTo>
                    <a:pt x="7043258" y="59898"/>
                  </a:lnTo>
                  <a:lnTo>
                    <a:pt x="7064028" y="100060"/>
                  </a:lnTo>
                  <a:lnTo>
                    <a:pt x="7071486" y="146303"/>
                  </a:lnTo>
                  <a:lnTo>
                    <a:pt x="7071486" y="1621535"/>
                  </a:lnTo>
                  <a:lnTo>
                    <a:pt x="7064028" y="1667779"/>
                  </a:lnTo>
                  <a:lnTo>
                    <a:pt x="7043258" y="1707940"/>
                  </a:lnTo>
                  <a:lnTo>
                    <a:pt x="7011587" y="1739611"/>
                  </a:lnTo>
                  <a:lnTo>
                    <a:pt x="6971425" y="1760381"/>
                  </a:lnTo>
                  <a:lnTo>
                    <a:pt x="6925182" y="1767839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778374" y="475495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400"/>
                  </a:move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200"/>
                  </a:ln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200" y="0"/>
                  </a:lnTo>
                  <a:lnTo>
                    <a:pt x="503946" y="2360"/>
                  </a:lnTo>
                  <a:lnTo>
                    <a:pt x="549341" y="9288"/>
                  </a:lnTo>
                  <a:lnTo>
                    <a:pt x="593157" y="20554"/>
                  </a:lnTo>
                  <a:lnTo>
                    <a:pt x="635162" y="35929"/>
                  </a:lnTo>
                  <a:lnTo>
                    <a:pt x="675128" y="55181"/>
                  </a:lnTo>
                  <a:lnTo>
                    <a:pt x="712824" y="78082"/>
                  </a:lnTo>
                  <a:lnTo>
                    <a:pt x="748021" y="104402"/>
                  </a:lnTo>
                  <a:lnTo>
                    <a:pt x="780489" y="133910"/>
                  </a:lnTo>
                  <a:lnTo>
                    <a:pt x="809997" y="166378"/>
                  </a:lnTo>
                  <a:lnTo>
                    <a:pt x="836317" y="201575"/>
                  </a:lnTo>
                  <a:lnTo>
                    <a:pt x="859218" y="239271"/>
                  </a:lnTo>
                  <a:lnTo>
                    <a:pt x="878470" y="279237"/>
                  </a:lnTo>
                  <a:lnTo>
                    <a:pt x="893845" y="321242"/>
                  </a:lnTo>
                  <a:lnTo>
                    <a:pt x="905111" y="365058"/>
                  </a:lnTo>
                  <a:lnTo>
                    <a:pt x="912039" y="410453"/>
                  </a:lnTo>
                  <a:lnTo>
                    <a:pt x="914400" y="457200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200" y="914400"/>
                  </a:lnTo>
                  <a:close/>
                </a:path>
              </a:pathLst>
            </a:custGeom>
            <a:solidFill>
              <a:srgbClr val="09112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6999" y="4991099"/>
              <a:ext cx="444500" cy="4445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160000" y="4576673"/>
            <a:ext cx="2207895" cy="1000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70" b="1">
                <a:solidFill>
                  <a:srgbClr val="F5F6FA"/>
                </a:solidFill>
                <a:latin typeface="Arial"/>
                <a:cs typeface="Arial"/>
              </a:rPr>
              <a:t>Fea</a:t>
            </a:r>
            <a:r>
              <a:rPr dirty="0" sz="2150" spc="-70" b="1">
                <a:solidFill>
                  <a:srgbClr val="F5F6FA"/>
                </a:solidFill>
                <a:latin typeface="Arial"/>
                <a:cs typeface="Arial"/>
              </a:rPr>
              <a:t>tur</a:t>
            </a:r>
            <a:r>
              <a:rPr dirty="0" sz="2100" spc="-70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100" spc="-215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100" spc="-75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150" spc="-75" b="1">
                <a:solidFill>
                  <a:srgbClr val="F5F6FA"/>
                </a:solidFill>
                <a:latin typeface="Arial"/>
                <a:cs typeface="Arial"/>
              </a:rPr>
              <a:t>xtr</a:t>
            </a:r>
            <a:r>
              <a:rPr dirty="0" sz="2100" spc="-75" b="1">
                <a:solidFill>
                  <a:srgbClr val="F5F6FA"/>
                </a:solidFill>
                <a:latin typeface="Arial"/>
                <a:cs typeface="Arial"/>
              </a:rPr>
              <a:t>ac</a:t>
            </a:r>
            <a:r>
              <a:rPr dirty="0" sz="2150" spc="-75" b="1">
                <a:solidFill>
                  <a:srgbClr val="F5F6FA"/>
                </a:solidFill>
                <a:latin typeface="Arial"/>
                <a:cs typeface="Arial"/>
              </a:rPr>
              <a:t>tion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10">
                <a:solidFill>
                  <a:srgbClr val="8FA2BE"/>
                </a:solidFill>
                <a:latin typeface="Arial MT"/>
                <a:cs typeface="Arial MT"/>
              </a:rPr>
              <a:t>TF-</a:t>
            </a:r>
            <a:r>
              <a:rPr dirty="0" sz="1550" spc="-120">
                <a:solidFill>
                  <a:srgbClr val="8FA2BE"/>
                </a:solidFill>
                <a:latin typeface="Arial MT"/>
                <a:cs typeface="Arial MT"/>
              </a:rPr>
              <a:t>IDF</a:t>
            </a:r>
            <a:r>
              <a:rPr dirty="0" sz="1550" spc="-8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8FA2BE"/>
                </a:solidFill>
                <a:latin typeface="Arial MT"/>
                <a:cs typeface="Arial MT"/>
              </a:rPr>
              <a:t>Vectorization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412608" y="6339936"/>
            <a:ext cx="7071995" cy="1767839"/>
            <a:chOff x="8412608" y="6339936"/>
            <a:chExt cx="7071995" cy="1767839"/>
          </a:xfrm>
        </p:grpSpPr>
        <p:sp>
          <p:nvSpPr>
            <p:cNvPr id="19" name="object 19"/>
            <p:cNvSpPr/>
            <p:nvPr/>
          </p:nvSpPr>
          <p:spPr>
            <a:xfrm>
              <a:off x="8412608" y="6339936"/>
              <a:ext cx="7071995" cy="1767839"/>
            </a:xfrm>
            <a:custGeom>
              <a:avLst/>
              <a:gdLst/>
              <a:ahLst/>
              <a:cxnLst/>
              <a:rect l="l" t="t" r="r" b="b"/>
              <a:pathLst>
                <a:path w="7071994" h="1767840">
                  <a:moveTo>
                    <a:pt x="6925182" y="1767839"/>
                  </a:moveTo>
                  <a:lnTo>
                    <a:pt x="146304" y="1767839"/>
                  </a:lnTo>
                  <a:lnTo>
                    <a:pt x="100060" y="1760381"/>
                  </a:lnTo>
                  <a:lnTo>
                    <a:pt x="59898" y="1739611"/>
                  </a:lnTo>
                  <a:lnTo>
                    <a:pt x="28228" y="1707941"/>
                  </a:lnTo>
                  <a:lnTo>
                    <a:pt x="7458" y="1667779"/>
                  </a:lnTo>
                  <a:lnTo>
                    <a:pt x="0" y="1621536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6925182" y="0"/>
                  </a:lnTo>
                  <a:lnTo>
                    <a:pt x="6971425" y="7458"/>
                  </a:lnTo>
                  <a:lnTo>
                    <a:pt x="7011587" y="28228"/>
                  </a:lnTo>
                  <a:lnTo>
                    <a:pt x="7043258" y="59898"/>
                  </a:lnTo>
                  <a:lnTo>
                    <a:pt x="7064028" y="100060"/>
                  </a:lnTo>
                  <a:lnTo>
                    <a:pt x="7071486" y="146303"/>
                  </a:lnTo>
                  <a:lnTo>
                    <a:pt x="7071486" y="1621536"/>
                  </a:lnTo>
                  <a:lnTo>
                    <a:pt x="7064028" y="1667779"/>
                  </a:lnTo>
                  <a:lnTo>
                    <a:pt x="7043258" y="1707941"/>
                  </a:lnTo>
                  <a:lnTo>
                    <a:pt x="7011587" y="1739611"/>
                  </a:lnTo>
                  <a:lnTo>
                    <a:pt x="6971425" y="1760381"/>
                  </a:lnTo>
                  <a:lnTo>
                    <a:pt x="6925182" y="1767839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778374" y="676666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400"/>
                  </a:move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200"/>
                  </a:ln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200" y="0"/>
                  </a:lnTo>
                  <a:lnTo>
                    <a:pt x="503946" y="2360"/>
                  </a:lnTo>
                  <a:lnTo>
                    <a:pt x="549341" y="9288"/>
                  </a:lnTo>
                  <a:lnTo>
                    <a:pt x="593157" y="20554"/>
                  </a:lnTo>
                  <a:lnTo>
                    <a:pt x="635162" y="35929"/>
                  </a:lnTo>
                  <a:lnTo>
                    <a:pt x="675128" y="55181"/>
                  </a:lnTo>
                  <a:lnTo>
                    <a:pt x="712824" y="78082"/>
                  </a:lnTo>
                  <a:lnTo>
                    <a:pt x="748021" y="104402"/>
                  </a:lnTo>
                  <a:lnTo>
                    <a:pt x="780489" y="133910"/>
                  </a:lnTo>
                  <a:lnTo>
                    <a:pt x="809997" y="166378"/>
                  </a:lnTo>
                  <a:lnTo>
                    <a:pt x="836317" y="201575"/>
                  </a:lnTo>
                  <a:lnTo>
                    <a:pt x="859218" y="239271"/>
                  </a:lnTo>
                  <a:lnTo>
                    <a:pt x="878470" y="279237"/>
                  </a:lnTo>
                  <a:lnTo>
                    <a:pt x="893845" y="321242"/>
                  </a:lnTo>
                  <a:lnTo>
                    <a:pt x="905111" y="365058"/>
                  </a:lnTo>
                  <a:lnTo>
                    <a:pt x="912039" y="410453"/>
                  </a:lnTo>
                  <a:lnTo>
                    <a:pt x="914400" y="457200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200" y="914400"/>
                  </a:lnTo>
                  <a:close/>
                </a:path>
              </a:pathLst>
            </a:custGeom>
            <a:solidFill>
              <a:srgbClr val="09112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16999" y="7010400"/>
              <a:ext cx="444500" cy="4445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160000" y="6595973"/>
            <a:ext cx="2457450" cy="988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30" b="1">
                <a:solidFill>
                  <a:srgbClr val="F5F6FA"/>
                </a:solidFill>
                <a:latin typeface="Arial"/>
                <a:cs typeface="Arial"/>
              </a:rPr>
              <a:t>C</a:t>
            </a:r>
            <a:r>
              <a:rPr dirty="0" sz="2150" spc="-30" b="1">
                <a:solidFill>
                  <a:srgbClr val="F5F6FA"/>
                </a:solidFill>
                <a:latin typeface="Arial"/>
                <a:cs typeface="Arial"/>
              </a:rPr>
              <a:t>l</a:t>
            </a:r>
            <a:r>
              <a:rPr dirty="0" sz="2100" spc="-30" b="1">
                <a:solidFill>
                  <a:srgbClr val="F5F6FA"/>
                </a:solidFill>
                <a:latin typeface="Arial"/>
                <a:cs typeface="Arial"/>
              </a:rPr>
              <a:t>a</a:t>
            </a:r>
            <a:r>
              <a:rPr dirty="0" sz="2150" spc="-30" b="1">
                <a:solidFill>
                  <a:srgbClr val="F5F6FA"/>
                </a:solidFill>
                <a:latin typeface="Arial"/>
                <a:cs typeface="Arial"/>
              </a:rPr>
              <a:t>ssifi</a:t>
            </a:r>
            <a:r>
              <a:rPr dirty="0" sz="2100" spc="-30" b="1">
                <a:solidFill>
                  <a:srgbClr val="F5F6FA"/>
                </a:solidFill>
                <a:latin typeface="Arial"/>
                <a:cs typeface="Arial"/>
              </a:rPr>
              <a:t>ca</a:t>
            </a:r>
            <a:r>
              <a:rPr dirty="0" sz="2150" spc="-30" b="1">
                <a:solidFill>
                  <a:srgbClr val="F5F6FA"/>
                </a:solidFill>
                <a:latin typeface="Arial"/>
                <a:cs typeface="Arial"/>
              </a:rPr>
              <a:t>tion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20">
                <a:solidFill>
                  <a:srgbClr val="8FA2BE"/>
                </a:solidFill>
                <a:latin typeface="Arial MT"/>
                <a:cs typeface="Arial MT"/>
              </a:rPr>
              <a:t>Logistic</a:t>
            </a:r>
            <a:r>
              <a:rPr dirty="0" sz="1550" spc="-12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8FA2BE"/>
                </a:solidFill>
                <a:latin typeface="Arial MT"/>
                <a:cs typeface="Arial MT"/>
              </a:rPr>
              <a:t>Regression</a:t>
            </a:r>
            <a:r>
              <a:rPr dirty="0" sz="155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8FA2BE"/>
                </a:solidFill>
                <a:latin typeface="Arial MT"/>
                <a:cs typeface="Arial MT"/>
              </a:rPr>
              <a:t>classifier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906144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GO</a:t>
            </a:r>
            <a:r>
              <a:rPr dirty="0" sz="1800" spc="-19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AL</a:t>
            </a:r>
            <a:r>
              <a:rPr dirty="0" sz="1800" spc="-229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00D9FF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00"/>
              <a:t>Ob</a:t>
            </a:r>
            <a:r>
              <a:rPr dirty="0" spc="-200"/>
              <a:t>j</a:t>
            </a:r>
            <a:r>
              <a:rPr dirty="0" sz="4500" spc="-200"/>
              <a:t>ec</a:t>
            </a:r>
            <a:r>
              <a:rPr dirty="0" spc="-200"/>
              <a:t>tiv</a:t>
            </a:r>
            <a:r>
              <a:rPr dirty="0" sz="4500" spc="-200"/>
              <a:t>e</a:t>
            </a:r>
            <a:r>
              <a:rPr dirty="0" spc="-200"/>
              <a:t>s</a:t>
            </a:r>
            <a:endParaRPr sz="4500"/>
          </a:p>
        </p:txBody>
      </p:sp>
      <p:grpSp>
        <p:nvGrpSpPr>
          <p:cNvPr id="4" name="object 4"/>
          <p:cNvGrpSpPr/>
          <p:nvPr/>
        </p:nvGrpSpPr>
        <p:grpSpPr>
          <a:xfrm>
            <a:off x="731531" y="2316515"/>
            <a:ext cx="7254875" cy="1706880"/>
            <a:chOff x="731531" y="2316515"/>
            <a:chExt cx="7254875" cy="1706880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7254875" cy="1706880"/>
            </a:xfrm>
            <a:custGeom>
              <a:avLst/>
              <a:gdLst/>
              <a:ahLst/>
              <a:cxnLst/>
              <a:rect l="l" t="t" r="r" b="b"/>
              <a:pathLst>
                <a:path w="7254875" h="1706879">
                  <a:moveTo>
                    <a:pt x="7108063" y="1706879"/>
                  </a:moveTo>
                  <a:lnTo>
                    <a:pt x="146304" y="1706879"/>
                  </a:lnTo>
                  <a:lnTo>
                    <a:pt x="100060" y="1699421"/>
                  </a:lnTo>
                  <a:lnTo>
                    <a:pt x="59898" y="1678651"/>
                  </a:lnTo>
                  <a:lnTo>
                    <a:pt x="28228" y="1646981"/>
                  </a:lnTo>
                  <a:lnTo>
                    <a:pt x="7458" y="1606819"/>
                  </a:lnTo>
                  <a:lnTo>
                    <a:pt x="0" y="1560576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7108063" y="0"/>
                  </a:lnTo>
                  <a:lnTo>
                    <a:pt x="7154306" y="7458"/>
                  </a:lnTo>
                  <a:lnTo>
                    <a:pt x="7194468" y="28228"/>
                  </a:lnTo>
                  <a:lnTo>
                    <a:pt x="7226139" y="59898"/>
                  </a:lnTo>
                  <a:lnTo>
                    <a:pt x="7246908" y="100060"/>
                  </a:lnTo>
                  <a:lnTo>
                    <a:pt x="7254367" y="146304"/>
                  </a:lnTo>
                  <a:lnTo>
                    <a:pt x="7254367" y="1560576"/>
                  </a:lnTo>
                  <a:lnTo>
                    <a:pt x="7246908" y="1606819"/>
                  </a:lnTo>
                  <a:lnTo>
                    <a:pt x="7226139" y="1646981"/>
                  </a:lnTo>
                  <a:lnTo>
                    <a:pt x="7194468" y="1678651"/>
                  </a:lnTo>
                  <a:lnTo>
                    <a:pt x="7154306" y="1699421"/>
                  </a:lnTo>
                  <a:lnTo>
                    <a:pt x="7108063" y="170687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72912" y="2657896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60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60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19" y="11170"/>
                  </a:lnTo>
                  <a:lnTo>
                    <a:pt x="497955" y="24619"/>
                  </a:lnTo>
                  <a:lnTo>
                    <a:pt x="537705" y="42854"/>
                  </a:lnTo>
                  <a:lnTo>
                    <a:pt x="574726" y="65531"/>
                  </a:lnTo>
                  <a:lnTo>
                    <a:pt x="608675" y="92309"/>
                  </a:lnTo>
                  <a:lnTo>
                    <a:pt x="639210" y="122844"/>
                  </a:lnTo>
                  <a:lnTo>
                    <a:pt x="665988" y="156793"/>
                  </a:lnTo>
                  <a:lnTo>
                    <a:pt x="688665" y="193814"/>
                  </a:lnTo>
                  <a:lnTo>
                    <a:pt x="706900" y="233564"/>
                  </a:lnTo>
                  <a:lnTo>
                    <a:pt x="720349" y="275700"/>
                  </a:lnTo>
                  <a:lnTo>
                    <a:pt x="728670" y="319879"/>
                  </a:lnTo>
                  <a:lnTo>
                    <a:pt x="731520" y="365760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60" y="73151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282700" y="2819431"/>
            <a:ext cx="3073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90" b="1">
                <a:solidFill>
                  <a:srgbClr val="091128"/>
                </a:solidFill>
                <a:latin typeface="Arial"/>
                <a:cs typeface="Arial"/>
              </a:rPr>
              <a:t>01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1700" y="2832684"/>
            <a:ext cx="4540885" cy="5937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235"/>
              </a:spcBef>
            </a:pPr>
            <a:r>
              <a:rPr dirty="0" sz="1900" spc="-65">
                <a:solidFill>
                  <a:srgbClr val="F5F6FA"/>
                </a:solidFill>
                <a:latin typeface="Arial MT"/>
                <a:cs typeface="Arial MT"/>
              </a:rPr>
              <a:t>Study</a:t>
            </a:r>
            <a:r>
              <a:rPr dirty="0" sz="1900" spc="-2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F5F6FA"/>
                </a:solidFill>
                <a:latin typeface="Arial MT"/>
                <a:cs typeface="Arial MT"/>
              </a:rPr>
              <a:t>different</a:t>
            </a:r>
            <a:r>
              <a:rPr dirty="0" sz="1900" spc="-7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F5F6FA"/>
                </a:solidFill>
                <a:latin typeface="Arial MT"/>
                <a:cs typeface="Arial MT"/>
              </a:rPr>
              <a:t>types</a:t>
            </a:r>
            <a:r>
              <a:rPr dirty="0" sz="1900" spc="-18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5F6FA"/>
                </a:solidFill>
                <a:latin typeface="Arial MT"/>
                <a:cs typeface="Arial MT"/>
              </a:rPr>
              <a:t>of</a:t>
            </a:r>
            <a:r>
              <a:rPr dirty="0" sz="1900" spc="-9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5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1900" spc="-1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0">
                <a:solidFill>
                  <a:srgbClr val="F5F6FA"/>
                </a:solidFill>
                <a:latin typeface="Arial MT"/>
                <a:cs typeface="Arial MT"/>
              </a:rPr>
              <a:t>emails</a:t>
            </a:r>
            <a:r>
              <a:rPr dirty="0" sz="1900" spc="-18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05">
                <a:solidFill>
                  <a:srgbClr val="F5F6FA"/>
                </a:solidFill>
                <a:latin typeface="Arial MT"/>
                <a:cs typeface="Arial MT"/>
              </a:rPr>
              <a:t>and</a:t>
            </a:r>
            <a:r>
              <a:rPr dirty="0" sz="1900" spc="-9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5F6FA"/>
                </a:solidFill>
                <a:latin typeface="Arial MT"/>
                <a:cs typeface="Arial MT"/>
              </a:rPr>
              <a:t>their characteristics</a:t>
            </a:r>
            <a:r>
              <a:rPr dirty="0" sz="18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51646" y="2316515"/>
            <a:ext cx="7254875" cy="1706880"/>
            <a:chOff x="8351646" y="2316515"/>
            <a:chExt cx="7254875" cy="1706880"/>
          </a:xfrm>
        </p:grpSpPr>
        <p:sp>
          <p:nvSpPr>
            <p:cNvPr id="10" name="object 10"/>
            <p:cNvSpPr/>
            <p:nvPr/>
          </p:nvSpPr>
          <p:spPr>
            <a:xfrm>
              <a:off x="8351646" y="2316515"/>
              <a:ext cx="7254875" cy="1706880"/>
            </a:xfrm>
            <a:custGeom>
              <a:avLst/>
              <a:gdLst/>
              <a:ahLst/>
              <a:cxnLst/>
              <a:rect l="l" t="t" r="r" b="b"/>
              <a:pathLst>
                <a:path w="7254875" h="1706879">
                  <a:moveTo>
                    <a:pt x="7108063" y="1706879"/>
                  </a:moveTo>
                  <a:lnTo>
                    <a:pt x="146304" y="1706879"/>
                  </a:lnTo>
                  <a:lnTo>
                    <a:pt x="100060" y="1699421"/>
                  </a:lnTo>
                  <a:lnTo>
                    <a:pt x="59898" y="1678651"/>
                  </a:lnTo>
                  <a:lnTo>
                    <a:pt x="28228" y="1646981"/>
                  </a:lnTo>
                  <a:lnTo>
                    <a:pt x="7458" y="1606819"/>
                  </a:lnTo>
                  <a:lnTo>
                    <a:pt x="0" y="1560576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7108063" y="0"/>
                  </a:lnTo>
                  <a:lnTo>
                    <a:pt x="7154307" y="7458"/>
                  </a:lnTo>
                  <a:lnTo>
                    <a:pt x="7194468" y="28228"/>
                  </a:lnTo>
                  <a:lnTo>
                    <a:pt x="7226139" y="59898"/>
                  </a:lnTo>
                  <a:lnTo>
                    <a:pt x="7246909" y="100060"/>
                  </a:lnTo>
                  <a:lnTo>
                    <a:pt x="7254368" y="146304"/>
                  </a:lnTo>
                  <a:lnTo>
                    <a:pt x="7254368" y="1560576"/>
                  </a:lnTo>
                  <a:lnTo>
                    <a:pt x="7246909" y="1606819"/>
                  </a:lnTo>
                  <a:lnTo>
                    <a:pt x="7226139" y="1646981"/>
                  </a:lnTo>
                  <a:lnTo>
                    <a:pt x="7194468" y="1678651"/>
                  </a:lnTo>
                  <a:lnTo>
                    <a:pt x="7154307" y="1699421"/>
                  </a:lnTo>
                  <a:lnTo>
                    <a:pt x="7108063" y="170687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693028" y="2657896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60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1640" y="2849"/>
                  </a:lnTo>
                  <a:lnTo>
                    <a:pt x="455819" y="11170"/>
                  </a:lnTo>
                  <a:lnTo>
                    <a:pt x="497955" y="24619"/>
                  </a:lnTo>
                  <a:lnTo>
                    <a:pt x="537705" y="42854"/>
                  </a:lnTo>
                  <a:lnTo>
                    <a:pt x="574726" y="65531"/>
                  </a:lnTo>
                  <a:lnTo>
                    <a:pt x="608675" y="92309"/>
                  </a:lnTo>
                  <a:lnTo>
                    <a:pt x="639210" y="122844"/>
                  </a:lnTo>
                  <a:lnTo>
                    <a:pt x="665987" y="156793"/>
                  </a:lnTo>
                  <a:lnTo>
                    <a:pt x="688665" y="193814"/>
                  </a:lnTo>
                  <a:lnTo>
                    <a:pt x="706899" y="233564"/>
                  </a:lnTo>
                  <a:lnTo>
                    <a:pt x="720349" y="275700"/>
                  </a:lnTo>
                  <a:lnTo>
                    <a:pt x="728669" y="319879"/>
                  </a:lnTo>
                  <a:lnTo>
                    <a:pt x="731519" y="365760"/>
                  </a:lnTo>
                  <a:lnTo>
                    <a:pt x="728669" y="411640"/>
                  </a:lnTo>
                  <a:lnTo>
                    <a:pt x="720349" y="455819"/>
                  </a:lnTo>
                  <a:lnTo>
                    <a:pt x="706899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877300" y="2819431"/>
            <a:ext cx="3676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95" b="1">
                <a:solidFill>
                  <a:srgbClr val="091128"/>
                </a:solidFill>
                <a:latin typeface="Arial"/>
                <a:cs typeface="Arial"/>
              </a:rPr>
              <a:t>02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91700" y="2972384"/>
            <a:ext cx="490982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5">
                <a:solidFill>
                  <a:srgbClr val="F5F6FA"/>
                </a:solidFill>
                <a:latin typeface="Arial MT"/>
                <a:cs typeface="Arial MT"/>
              </a:rPr>
              <a:t>Preprocess</a:t>
            </a:r>
            <a:r>
              <a:rPr dirty="0" sz="1900" spc="-10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F5F6FA"/>
                </a:solidFill>
                <a:latin typeface="Arial MT"/>
                <a:cs typeface="Arial MT"/>
              </a:rPr>
              <a:t>rawemail</a:t>
            </a:r>
            <a:r>
              <a:rPr dirty="0" sz="1900" spc="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0">
                <a:solidFill>
                  <a:srgbClr val="F5F6FA"/>
                </a:solidFill>
                <a:latin typeface="Arial MT"/>
                <a:cs typeface="Arial MT"/>
              </a:rPr>
              <a:t>data</a:t>
            </a:r>
            <a:r>
              <a:rPr dirty="0" sz="1900" spc="-1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0">
                <a:solidFill>
                  <a:srgbClr val="F5F6FA"/>
                </a:solidFill>
                <a:latin typeface="Arial MT"/>
                <a:cs typeface="Arial MT"/>
              </a:rPr>
              <a:t>using</a:t>
            </a:r>
            <a:r>
              <a:rPr dirty="0" sz="1900" spc="-130">
                <a:solidFill>
                  <a:srgbClr val="F5F6FA"/>
                </a:solidFill>
                <a:latin typeface="Arial MT"/>
                <a:cs typeface="Arial MT"/>
              </a:rPr>
              <a:t> NLP</a:t>
            </a:r>
            <a:r>
              <a:rPr dirty="0" sz="1900" spc="-17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F5F6FA"/>
                </a:solidFill>
                <a:latin typeface="Arial MT"/>
                <a:cs typeface="Arial MT"/>
              </a:rPr>
              <a:t>techniques</a:t>
            </a:r>
            <a:r>
              <a:rPr dirty="0" sz="1850" spc="-55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1531" y="4267265"/>
            <a:ext cx="7254875" cy="1706880"/>
            <a:chOff x="731531" y="4267265"/>
            <a:chExt cx="7254875" cy="1706880"/>
          </a:xfrm>
        </p:grpSpPr>
        <p:sp>
          <p:nvSpPr>
            <p:cNvPr id="15" name="object 15"/>
            <p:cNvSpPr/>
            <p:nvPr/>
          </p:nvSpPr>
          <p:spPr>
            <a:xfrm>
              <a:off x="731531" y="4267265"/>
              <a:ext cx="7254875" cy="1706880"/>
            </a:xfrm>
            <a:custGeom>
              <a:avLst/>
              <a:gdLst/>
              <a:ahLst/>
              <a:cxnLst/>
              <a:rect l="l" t="t" r="r" b="b"/>
              <a:pathLst>
                <a:path w="7254875" h="1706879">
                  <a:moveTo>
                    <a:pt x="7108063" y="1706879"/>
                  </a:moveTo>
                  <a:lnTo>
                    <a:pt x="146304" y="1706879"/>
                  </a:lnTo>
                  <a:lnTo>
                    <a:pt x="100060" y="1699421"/>
                  </a:lnTo>
                  <a:lnTo>
                    <a:pt x="59898" y="1678651"/>
                  </a:lnTo>
                  <a:lnTo>
                    <a:pt x="28228" y="1646981"/>
                  </a:lnTo>
                  <a:lnTo>
                    <a:pt x="7458" y="1606819"/>
                  </a:lnTo>
                  <a:lnTo>
                    <a:pt x="0" y="1560576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7108063" y="0"/>
                  </a:lnTo>
                  <a:lnTo>
                    <a:pt x="7154306" y="7458"/>
                  </a:lnTo>
                  <a:lnTo>
                    <a:pt x="7194468" y="28228"/>
                  </a:lnTo>
                  <a:lnTo>
                    <a:pt x="7226139" y="59898"/>
                  </a:lnTo>
                  <a:lnTo>
                    <a:pt x="7246908" y="100060"/>
                  </a:lnTo>
                  <a:lnTo>
                    <a:pt x="7254367" y="146303"/>
                  </a:lnTo>
                  <a:lnTo>
                    <a:pt x="7254367" y="1560576"/>
                  </a:lnTo>
                  <a:lnTo>
                    <a:pt x="7246908" y="1606819"/>
                  </a:lnTo>
                  <a:lnTo>
                    <a:pt x="7226139" y="1646981"/>
                  </a:lnTo>
                  <a:lnTo>
                    <a:pt x="7194468" y="1678651"/>
                  </a:lnTo>
                  <a:lnTo>
                    <a:pt x="7154306" y="1699421"/>
                  </a:lnTo>
                  <a:lnTo>
                    <a:pt x="7108063" y="170687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72912" y="4608645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60" y="731520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8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19" y="11170"/>
                  </a:lnTo>
                  <a:lnTo>
                    <a:pt x="497955" y="24619"/>
                  </a:lnTo>
                  <a:lnTo>
                    <a:pt x="537705" y="42854"/>
                  </a:lnTo>
                  <a:lnTo>
                    <a:pt x="574726" y="65531"/>
                  </a:lnTo>
                  <a:lnTo>
                    <a:pt x="608675" y="92309"/>
                  </a:lnTo>
                  <a:lnTo>
                    <a:pt x="639210" y="122844"/>
                  </a:lnTo>
                  <a:lnTo>
                    <a:pt x="665988" y="156793"/>
                  </a:lnTo>
                  <a:lnTo>
                    <a:pt x="688665" y="193814"/>
                  </a:lnTo>
                  <a:lnTo>
                    <a:pt x="706900" y="233564"/>
                  </a:lnTo>
                  <a:lnTo>
                    <a:pt x="720349" y="275700"/>
                  </a:lnTo>
                  <a:lnTo>
                    <a:pt x="728670" y="319879"/>
                  </a:lnTo>
                  <a:lnTo>
                    <a:pt x="731520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8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60" y="731520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257300" y="4775231"/>
            <a:ext cx="3708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10" b="1">
                <a:solidFill>
                  <a:srgbClr val="091128"/>
                </a:solidFill>
                <a:latin typeface="Arial"/>
                <a:cs typeface="Arial"/>
              </a:rPr>
              <a:t>03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71700" y="4928184"/>
            <a:ext cx="504952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0">
                <a:solidFill>
                  <a:srgbClr val="F5F6FA"/>
                </a:solidFill>
                <a:latin typeface="Arial MT"/>
                <a:cs typeface="Arial MT"/>
              </a:rPr>
              <a:t>Extract</a:t>
            </a:r>
            <a:r>
              <a:rPr dirty="0" sz="1900" spc="-2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60">
                <a:solidFill>
                  <a:srgbClr val="F5F6FA"/>
                </a:solidFill>
                <a:latin typeface="Arial MT"/>
                <a:cs typeface="Arial MT"/>
              </a:rPr>
              <a:t>textual</a:t>
            </a:r>
            <a:r>
              <a:rPr dirty="0" sz="1900" spc="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60">
                <a:solidFill>
                  <a:srgbClr val="F5F6FA"/>
                </a:solidFill>
                <a:latin typeface="Arial MT"/>
                <a:cs typeface="Arial MT"/>
              </a:rPr>
              <a:t>features</a:t>
            </a:r>
            <a:r>
              <a:rPr dirty="0" sz="1900" spc="-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00">
                <a:solidFill>
                  <a:srgbClr val="F5F6FA"/>
                </a:solidFill>
                <a:latin typeface="Arial MT"/>
                <a:cs typeface="Arial MT"/>
              </a:rPr>
              <a:t>using</a:t>
            </a:r>
            <a:r>
              <a:rPr dirty="0" sz="1900" spc="-1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F5F6FA"/>
                </a:solidFill>
                <a:latin typeface="Arial MT"/>
                <a:cs typeface="Arial MT"/>
              </a:rPr>
              <a:t>TF</a:t>
            </a:r>
            <a:r>
              <a:rPr dirty="0" sz="1850" spc="-65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1900" spc="-155">
                <a:solidFill>
                  <a:srgbClr val="F5F6FA"/>
                </a:solidFill>
                <a:latin typeface="Arial MT"/>
                <a:cs typeface="Arial MT"/>
              </a:rPr>
              <a:t>IDF</a:t>
            </a:r>
            <a:r>
              <a:rPr dirty="0" sz="19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F5F6FA"/>
                </a:solidFill>
                <a:latin typeface="Arial MT"/>
                <a:cs typeface="Arial MT"/>
              </a:rPr>
              <a:t>Vectorization</a:t>
            </a:r>
            <a:r>
              <a:rPr dirty="0" sz="1850" spc="-45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51646" y="4267265"/>
            <a:ext cx="7254875" cy="1706880"/>
            <a:chOff x="8351646" y="4267265"/>
            <a:chExt cx="7254875" cy="1706880"/>
          </a:xfrm>
        </p:grpSpPr>
        <p:sp>
          <p:nvSpPr>
            <p:cNvPr id="20" name="object 20"/>
            <p:cNvSpPr/>
            <p:nvPr/>
          </p:nvSpPr>
          <p:spPr>
            <a:xfrm>
              <a:off x="8351646" y="4267265"/>
              <a:ext cx="7254875" cy="1706880"/>
            </a:xfrm>
            <a:custGeom>
              <a:avLst/>
              <a:gdLst/>
              <a:ahLst/>
              <a:cxnLst/>
              <a:rect l="l" t="t" r="r" b="b"/>
              <a:pathLst>
                <a:path w="7254875" h="1706879">
                  <a:moveTo>
                    <a:pt x="7108063" y="1706879"/>
                  </a:moveTo>
                  <a:lnTo>
                    <a:pt x="146304" y="1706879"/>
                  </a:lnTo>
                  <a:lnTo>
                    <a:pt x="100060" y="1699421"/>
                  </a:lnTo>
                  <a:lnTo>
                    <a:pt x="59898" y="1678651"/>
                  </a:lnTo>
                  <a:lnTo>
                    <a:pt x="28228" y="1646981"/>
                  </a:lnTo>
                  <a:lnTo>
                    <a:pt x="7458" y="1606819"/>
                  </a:lnTo>
                  <a:lnTo>
                    <a:pt x="0" y="1560576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7108063" y="0"/>
                  </a:lnTo>
                  <a:lnTo>
                    <a:pt x="7154307" y="7458"/>
                  </a:lnTo>
                  <a:lnTo>
                    <a:pt x="7194468" y="28228"/>
                  </a:lnTo>
                  <a:lnTo>
                    <a:pt x="7226139" y="59898"/>
                  </a:lnTo>
                  <a:lnTo>
                    <a:pt x="7246909" y="100060"/>
                  </a:lnTo>
                  <a:lnTo>
                    <a:pt x="7254368" y="146303"/>
                  </a:lnTo>
                  <a:lnTo>
                    <a:pt x="7254368" y="1560576"/>
                  </a:lnTo>
                  <a:lnTo>
                    <a:pt x="7246909" y="1606819"/>
                  </a:lnTo>
                  <a:lnTo>
                    <a:pt x="7226139" y="1646981"/>
                  </a:lnTo>
                  <a:lnTo>
                    <a:pt x="7194468" y="1678651"/>
                  </a:lnTo>
                  <a:lnTo>
                    <a:pt x="7154307" y="1699421"/>
                  </a:lnTo>
                  <a:lnTo>
                    <a:pt x="7108063" y="170687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693028" y="4608645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731520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8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1640" y="2849"/>
                  </a:lnTo>
                  <a:lnTo>
                    <a:pt x="455819" y="11170"/>
                  </a:lnTo>
                  <a:lnTo>
                    <a:pt x="497955" y="24619"/>
                  </a:lnTo>
                  <a:lnTo>
                    <a:pt x="537705" y="42854"/>
                  </a:lnTo>
                  <a:lnTo>
                    <a:pt x="574726" y="65531"/>
                  </a:lnTo>
                  <a:lnTo>
                    <a:pt x="608675" y="92309"/>
                  </a:lnTo>
                  <a:lnTo>
                    <a:pt x="639210" y="122844"/>
                  </a:lnTo>
                  <a:lnTo>
                    <a:pt x="665987" y="156793"/>
                  </a:lnTo>
                  <a:lnTo>
                    <a:pt x="688665" y="193814"/>
                  </a:lnTo>
                  <a:lnTo>
                    <a:pt x="706899" y="233564"/>
                  </a:lnTo>
                  <a:lnTo>
                    <a:pt x="720349" y="275700"/>
                  </a:lnTo>
                  <a:lnTo>
                    <a:pt x="728669" y="319879"/>
                  </a:lnTo>
                  <a:lnTo>
                    <a:pt x="731519" y="365759"/>
                  </a:lnTo>
                  <a:lnTo>
                    <a:pt x="728669" y="411640"/>
                  </a:lnTo>
                  <a:lnTo>
                    <a:pt x="720349" y="455819"/>
                  </a:lnTo>
                  <a:lnTo>
                    <a:pt x="706899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8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20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864600" y="4775231"/>
            <a:ext cx="3867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70" b="1">
                <a:solidFill>
                  <a:srgbClr val="091128"/>
                </a:solidFill>
                <a:latin typeface="Arial"/>
                <a:cs typeface="Arial"/>
              </a:rPr>
              <a:t>04</a:t>
            </a:r>
            <a:endParaRPr sz="2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91700" y="4788484"/>
            <a:ext cx="4123690" cy="5937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235"/>
              </a:spcBef>
            </a:pPr>
            <a:r>
              <a:rPr dirty="0" sz="1900" spc="-80">
                <a:solidFill>
                  <a:srgbClr val="F5F6FA"/>
                </a:solidFill>
                <a:latin typeface="Arial MT"/>
                <a:cs typeface="Arial MT"/>
              </a:rPr>
              <a:t>Train</a:t>
            </a:r>
            <a:r>
              <a:rPr dirty="0" sz="1900" spc="-8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35">
                <a:solidFill>
                  <a:srgbClr val="F5F6FA"/>
                </a:solidFill>
                <a:latin typeface="Arial MT"/>
                <a:cs typeface="Arial MT"/>
              </a:rPr>
              <a:t>a</a:t>
            </a:r>
            <a:r>
              <a:rPr dirty="0" sz="19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5">
                <a:solidFill>
                  <a:srgbClr val="F5F6FA"/>
                </a:solidFill>
                <a:latin typeface="Arial MT"/>
                <a:cs typeface="Arial MT"/>
              </a:rPr>
              <a:t>Machine</a:t>
            </a:r>
            <a:r>
              <a:rPr dirty="0" sz="1900" spc="-11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5">
                <a:solidFill>
                  <a:srgbClr val="F5F6FA"/>
                </a:solidFill>
                <a:latin typeface="Arial MT"/>
                <a:cs typeface="Arial MT"/>
              </a:rPr>
              <a:t>Learning</a:t>
            </a:r>
            <a:r>
              <a:rPr dirty="0" sz="1900" spc="-12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0">
                <a:solidFill>
                  <a:srgbClr val="F5F6FA"/>
                </a:solidFill>
                <a:latin typeface="Arial MT"/>
                <a:cs typeface="Arial MT"/>
              </a:rPr>
              <a:t>model</a:t>
            </a:r>
            <a:r>
              <a:rPr dirty="0" sz="1900" spc="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5F6FA"/>
                </a:solidFill>
                <a:latin typeface="Arial MT"/>
                <a:cs typeface="Arial MT"/>
              </a:rPr>
              <a:t>for</a:t>
            </a:r>
            <a:r>
              <a:rPr dirty="0" sz="1900" spc="-17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70">
                <a:solidFill>
                  <a:srgbClr val="F5F6FA"/>
                </a:solidFill>
                <a:latin typeface="Arial MT"/>
                <a:cs typeface="Arial MT"/>
              </a:rPr>
              <a:t>spam </a:t>
            </a:r>
            <a:r>
              <a:rPr dirty="0" sz="1900" spc="-10">
                <a:solidFill>
                  <a:srgbClr val="F5F6FA"/>
                </a:solidFill>
                <a:latin typeface="Arial MT"/>
                <a:cs typeface="Arial MT"/>
              </a:rPr>
              <a:t>classification</a:t>
            </a:r>
            <a:r>
              <a:rPr dirty="0" sz="18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31531" y="6218014"/>
            <a:ext cx="7254875" cy="1706880"/>
            <a:chOff x="731531" y="6218014"/>
            <a:chExt cx="7254875" cy="1706880"/>
          </a:xfrm>
        </p:grpSpPr>
        <p:sp>
          <p:nvSpPr>
            <p:cNvPr id="25" name="object 25"/>
            <p:cNvSpPr/>
            <p:nvPr/>
          </p:nvSpPr>
          <p:spPr>
            <a:xfrm>
              <a:off x="731531" y="6218014"/>
              <a:ext cx="7254875" cy="1706880"/>
            </a:xfrm>
            <a:custGeom>
              <a:avLst/>
              <a:gdLst/>
              <a:ahLst/>
              <a:cxnLst/>
              <a:rect l="l" t="t" r="r" b="b"/>
              <a:pathLst>
                <a:path w="7254875" h="1706879">
                  <a:moveTo>
                    <a:pt x="7108063" y="1706879"/>
                  </a:moveTo>
                  <a:lnTo>
                    <a:pt x="146304" y="1706879"/>
                  </a:lnTo>
                  <a:lnTo>
                    <a:pt x="100060" y="1699421"/>
                  </a:lnTo>
                  <a:lnTo>
                    <a:pt x="59898" y="1678651"/>
                  </a:lnTo>
                  <a:lnTo>
                    <a:pt x="28228" y="1646980"/>
                  </a:lnTo>
                  <a:lnTo>
                    <a:pt x="7458" y="1606819"/>
                  </a:lnTo>
                  <a:lnTo>
                    <a:pt x="0" y="1560575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7108063" y="0"/>
                  </a:lnTo>
                  <a:lnTo>
                    <a:pt x="7154306" y="7458"/>
                  </a:lnTo>
                  <a:lnTo>
                    <a:pt x="7194468" y="28228"/>
                  </a:lnTo>
                  <a:lnTo>
                    <a:pt x="7226139" y="59898"/>
                  </a:lnTo>
                  <a:lnTo>
                    <a:pt x="7246908" y="100060"/>
                  </a:lnTo>
                  <a:lnTo>
                    <a:pt x="7254367" y="146303"/>
                  </a:lnTo>
                  <a:lnTo>
                    <a:pt x="7254367" y="1560575"/>
                  </a:lnTo>
                  <a:lnTo>
                    <a:pt x="7246908" y="1606819"/>
                  </a:lnTo>
                  <a:lnTo>
                    <a:pt x="7226139" y="1646980"/>
                  </a:lnTo>
                  <a:lnTo>
                    <a:pt x="7194468" y="1678651"/>
                  </a:lnTo>
                  <a:lnTo>
                    <a:pt x="7154306" y="1699421"/>
                  </a:lnTo>
                  <a:lnTo>
                    <a:pt x="7108063" y="170687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72912" y="6559395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60" y="731519"/>
                  </a:moveTo>
                  <a:lnTo>
                    <a:pt x="319879" y="728669"/>
                  </a:lnTo>
                  <a:lnTo>
                    <a:pt x="275700" y="720349"/>
                  </a:lnTo>
                  <a:lnTo>
                    <a:pt x="233564" y="706899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19" y="11170"/>
                  </a:lnTo>
                  <a:lnTo>
                    <a:pt x="497955" y="24619"/>
                  </a:lnTo>
                  <a:lnTo>
                    <a:pt x="537705" y="42854"/>
                  </a:lnTo>
                  <a:lnTo>
                    <a:pt x="574726" y="65531"/>
                  </a:lnTo>
                  <a:lnTo>
                    <a:pt x="608675" y="92309"/>
                  </a:lnTo>
                  <a:lnTo>
                    <a:pt x="639210" y="122844"/>
                  </a:lnTo>
                  <a:lnTo>
                    <a:pt x="665988" y="156793"/>
                  </a:lnTo>
                  <a:lnTo>
                    <a:pt x="688665" y="193814"/>
                  </a:lnTo>
                  <a:lnTo>
                    <a:pt x="706900" y="233564"/>
                  </a:lnTo>
                  <a:lnTo>
                    <a:pt x="720349" y="275700"/>
                  </a:lnTo>
                  <a:lnTo>
                    <a:pt x="728670" y="319879"/>
                  </a:lnTo>
                  <a:lnTo>
                    <a:pt x="731520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899"/>
                  </a:lnTo>
                  <a:lnTo>
                    <a:pt x="455819" y="720349"/>
                  </a:lnTo>
                  <a:lnTo>
                    <a:pt x="411640" y="728669"/>
                  </a:lnTo>
                  <a:lnTo>
                    <a:pt x="365760" y="73151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57300" y="6718331"/>
            <a:ext cx="3765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35" b="1">
                <a:solidFill>
                  <a:srgbClr val="091128"/>
                </a:solidFill>
                <a:latin typeface="Arial"/>
                <a:cs typeface="Arial"/>
              </a:rPr>
              <a:t>05</a:t>
            </a:r>
            <a:endParaRPr sz="2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71700" y="6731584"/>
            <a:ext cx="4687570" cy="5937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235"/>
              </a:spcBef>
            </a:pPr>
            <a:r>
              <a:rPr dirty="0" sz="1900" spc="-75">
                <a:solidFill>
                  <a:srgbClr val="F5F6FA"/>
                </a:solidFill>
                <a:latin typeface="Arial MT"/>
                <a:cs typeface="Arial MT"/>
              </a:rPr>
              <a:t>Develop</a:t>
            </a:r>
            <a:r>
              <a:rPr dirty="0" sz="1900" spc="-17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35">
                <a:solidFill>
                  <a:srgbClr val="F5F6FA"/>
                </a:solidFill>
                <a:latin typeface="Arial MT"/>
                <a:cs typeface="Arial MT"/>
              </a:rPr>
              <a:t>a</a:t>
            </a:r>
            <a:r>
              <a:rPr dirty="0" sz="19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90">
                <a:solidFill>
                  <a:srgbClr val="F5F6FA"/>
                </a:solidFill>
                <a:latin typeface="Arial MT"/>
                <a:cs typeface="Arial MT"/>
              </a:rPr>
              <a:t>REST</a:t>
            </a:r>
            <a:r>
              <a:rPr dirty="0" sz="1900" spc="-16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30">
                <a:solidFill>
                  <a:srgbClr val="F5F6FA"/>
                </a:solidFill>
                <a:latin typeface="Arial MT"/>
                <a:cs typeface="Arial MT"/>
              </a:rPr>
              <a:t>API</a:t>
            </a:r>
            <a:r>
              <a:rPr dirty="0" sz="1900" spc="-8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80">
                <a:solidFill>
                  <a:srgbClr val="F5F6FA"/>
                </a:solidFill>
                <a:latin typeface="Arial MT"/>
                <a:cs typeface="Arial MT"/>
              </a:rPr>
              <a:t>using</a:t>
            </a:r>
            <a:r>
              <a:rPr dirty="0" sz="1900" spc="-11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20">
                <a:solidFill>
                  <a:srgbClr val="F5F6FA"/>
                </a:solidFill>
                <a:latin typeface="Arial MT"/>
                <a:cs typeface="Arial MT"/>
              </a:rPr>
              <a:t>FastAPI</a:t>
            </a:r>
            <a:r>
              <a:rPr dirty="0" sz="1900" spc="2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5F6FA"/>
                </a:solidFill>
                <a:latin typeface="Arial MT"/>
                <a:cs typeface="Arial MT"/>
              </a:rPr>
              <a:t>for</a:t>
            </a:r>
            <a:r>
              <a:rPr dirty="0" sz="1900" spc="-1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70">
                <a:solidFill>
                  <a:srgbClr val="F5F6FA"/>
                </a:solidFill>
                <a:latin typeface="Arial MT"/>
                <a:cs typeface="Arial MT"/>
              </a:rPr>
              <a:t>real</a:t>
            </a:r>
            <a:r>
              <a:rPr dirty="0" sz="1850" spc="-70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1900" spc="-20">
                <a:solidFill>
                  <a:srgbClr val="F5F6FA"/>
                </a:solidFill>
                <a:latin typeface="Arial MT"/>
                <a:cs typeface="Arial MT"/>
              </a:rPr>
              <a:t>time </a:t>
            </a:r>
            <a:r>
              <a:rPr dirty="0" sz="1900" spc="-10">
                <a:solidFill>
                  <a:srgbClr val="F5F6FA"/>
                </a:solidFill>
                <a:latin typeface="Arial MT"/>
                <a:cs typeface="Arial MT"/>
              </a:rPr>
              <a:t>predictions</a:t>
            </a:r>
            <a:r>
              <a:rPr dirty="0" sz="18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351646" y="6218014"/>
            <a:ext cx="7254875" cy="1706880"/>
            <a:chOff x="8351646" y="6218014"/>
            <a:chExt cx="7254875" cy="1706880"/>
          </a:xfrm>
        </p:grpSpPr>
        <p:sp>
          <p:nvSpPr>
            <p:cNvPr id="30" name="object 30"/>
            <p:cNvSpPr/>
            <p:nvPr/>
          </p:nvSpPr>
          <p:spPr>
            <a:xfrm>
              <a:off x="8351646" y="6218014"/>
              <a:ext cx="7254875" cy="1706880"/>
            </a:xfrm>
            <a:custGeom>
              <a:avLst/>
              <a:gdLst/>
              <a:ahLst/>
              <a:cxnLst/>
              <a:rect l="l" t="t" r="r" b="b"/>
              <a:pathLst>
                <a:path w="7254875" h="1706879">
                  <a:moveTo>
                    <a:pt x="7108063" y="1706879"/>
                  </a:moveTo>
                  <a:lnTo>
                    <a:pt x="146304" y="1706879"/>
                  </a:lnTo>
                  <a:lnTo>
                    <a:pt x="100060" y="1699421"/>
                  </a:lnTo>
                  <a:lnTo>
                    <a:pt x="59898" y="1678651"/>
                  </a:lnTo>
                  <a:lnTo>
                    <a:pt x="28228" y="1646980"/>
                  </a:lnTo>
                  <a:lnTo>
                    <a:pt x="7458" y="1606819"/>
                  </a:lnTo>
                  <a:lnTo>
                    <a:pt x="0" y="1560575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7108063" y="0"/>
                  </a:lnTo>
                  <a:lnTo>
                    <a:pt x="7154307" y="7458"/>
                  </a:lnTo>
                  <a:lnTo>
                    <a:pt x="7194468" y="28228"/>
                  </a:lnTo>
                  <a:lnTo>
                    <a:pt x="7226139" y="59898"/>
                  </a:lnTo>
                  <a:lnTo>
                    <a:pt x="7246909" y="100060"/>
                  </a:lnTo>
                  <a:lnTo>
                    <a:pt x="7254368" y="146303"/>
                  </a:lnTo>
                  <a:lnTo>
                    <a:pt x="7254368" y="1560575"/>
                  </a:lnTo>
                  <a:lnTo>
                    <a:pt x="7246909" y="1606819"/>
                  </a:lnTo>
                  <a:lnTo>
                    <a:pt x="7226139" y="1646980"/>
                  </a:lnTo>
                  <a:lnTo>
                    <a:pt x="7194468" y="1678651"/>
                  </a:lnTo>
                  <a:lnTo>
                    <a:pt x="7154307" y="1699421"/>
                  </a:lnTo>
                  <a:lnTo>
                    <a:pt x="7108063" y="170687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693028" y="6559395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731519"/>
                  </a:moveTo>
                  <a:lnTo>
                    <a:pt x="319879" y="728669"/>
                  </a:lnTo>
                  <a:lnTo>
                    <a:pt x="275700" y="720349"/>
                  </a:lnTo>
                  <a:lnTo>
                    <a:pt x="233564" y="706899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1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1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1640" y="2849"/>
                  </a:lnTo>
                  <a:lnTo>
                    <a:pt x="455819" y="11170"/>
                  </a:lnTo>
                  <a:lnTo>
                    <a:pt x="497955" y="24619"/>
                  </a:lnTo>
                  <a:lnTo>
                    <a:pt x="537705" y="42854"/>
                  </a:lnTo>
                  <a:lnTo>
                    <a:pt x="574726" y="65531"/>
                  </a:lnTo>
                  <a:lnTo>
                    <a:pt x="608675" y="92309"/>
                  </a:lnTo>
                  <a:lnTo>
                    <a:pt x="639210" y="122844"/>
                  </a:lnTo>
                  <a:lnTo>
                    <a:pt x="665987" y="156793"/>
                  </a:lnTo>
                  <a:lnTo>
                    <a:pt x="688665" y="193814"/>
                  </a:lnTo>
                  <a:lnTo>
                    <a:pt x="706899" y="233564"/>
                  </a:lnTo>
                  <a:lnTo>
                    <a:pt x="720349" y="275700"/>
                  </a:lnTo>
                  <a:lnTo>
                    <a:pt x="728669" y="319879"/>
                  </a:lnTo>
                  <a:lnTo>
                    <a:pt x="731519" y="365759"/>
                  </a:lnTo>
                  <a:lnTo>
                    <a:pt x="728669" y="411640"/>
                  </a:lnTo>
                  <a:lnTo>
                    <a:pt x="720349" y="455819"/>
                  </a:lnTo>
                  <a:lnTo>
                    <a:pt x="706899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899"/>
                  </a:lnTo>
                  <a:lnTo>
                    <a:pt x="455819" y="720349"/>
                  </a:lnTo>
                  <a:lnTo>
                    <a:pt x="411640" y="728669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864600" y="6718331"/>
            <a:ext cx="3803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45" b="1">
                <a:solidFill>
                  <a:srgbClr val="091128"/>
                </a:solidFill>
                <a:latin typeface="Arial"/>
                <a:cs typeface="Arial"/>
              </a:rPr>
              <a:t>06</a:t>
            </a:r>
            <a:endParaRPr sz="22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9791700" y="6731584"/>
            <a:ext cx="5259070" cy="5937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235"/>
              </a:spcBef>
            </a:pPr>
            <a:r>
              <a:rPr dirty="0" sz="1900" spc="-95">
                <a:solidFill>
                  <a:srgbClr val="F5F6FA"/>
                </a:solidFill>
                <a:latin typeface="Arial MT"/>
                <a:cs typeface="Arial MT"/>
              </a:rPr>
              <a:t>Build</a:t>
            </a:r>
            <a:r>
              <a:rPr dirty="0" sz="1900" spc="-10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135">
                <a:solidFill>
                  <a:srgbClr val="F5F6FA"/>
                </a:solidFill>
                <a:latin typeface="Arial MT"/>
                <a:cs typeface="Arial MT"/>
              </a:rPr>
              <a:t>a </a:t>
            </a:r>
            <a:r>
              <a:rPr dirty="0" sz="1900" spc="-70">
                <a:solidFill>
                  <a:srgbClr val="F5F6FA"/>
                </a:solidFill>
                <a:latin typeface="Arial MT"/>
                <a:cs typeface="Arial MT"/>
              </a:rPr>
              <a:t>responsive</a:t>
            </a:r>
            <a:r>
              <a:rPr dirty="0" sz="1900" spc="-1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F5F6FA"/>
                </a:solidFill>
                <a:latin typeface="Arial MT"/>
                <a:cs typeface="Arial MT"/>
              </a:rPr>
              <a:t>web</a:t>
            </a:r>
            <a:r>
              <a:rPr dirty="0" sz="1900" spc="-1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70">
                <a:solidFill>
                  <a:srgbClr val="F5F6FA"/>
                </a:solidFill>
                <a:latin typeface="Arial MT"/>
                <a:cs typeface="Arial MT"/>
              </a:rPr>
              <a:t>application</a:t>
            </a:r>
            <a:r>
              <a:rPr dirty="0" sz="1900" spc="-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95">
                <a:solidFill>
                  <a:srgbClr val="F5F6FA"/>
                </a:solidFill>
                <a:latin typeface="Arial MT"/>
                <a:cs typeface="Arial MT"/>
              </a:rPr>
              <a:t>using</a:t>
            </a:r>
            <a:r>
              <a:rPr dirty="0" sz="19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95">
                <a:solidFill>
                  <a:srgbClr val="F5F6FA"/>
                </a:solidFill>
                <a:latin typeface="Arial MT"/>
                <a:cs typeface="Arial MT"/>
              </a:rPr>
              <a:t>React</a:t>
            </a:r>
            <a:r>
              <a:rPr dirty="0" sz="1850" spc="-95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r>
              <a:rPr dirty="0" sz="1900" spc="-95">
                <a:solidFill>
                  <a:srgbClr val="F5F6FA"/>
                </a:solidFill>
                <a:latin typeface="Arial MT"/>
                <a:cs typeface="Arial MT"/>
              </a:rPr>
              <a:t>js</a:t>
            </a:r>
            <a:r>
              <a:rPr dirty="0" sz="1900" spc="-1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F5F6FA"/>
                </a:solidFill>
                <a:latin typeface="Arial MT"/>
                <a:cs typeface="Arial MT"/>
              </a:rPr>
              <a:t>and </a:t>
            </a:r>
            <a:r>
              <a:rPr dirty="0" sz="1900" spc="-75">
                <a:solidFill>
                  <a:srgbClr val="F5F6FA"/>
                </a:solidFill>
                <a:latin typeface="Arial MT"/>
                <a:cs typeface="Arial MT"/>
              </a:rPr>
              <a:t>Tailwind </a:t>
            </a:r>
            <a:r>
              <a:rPr dirty="0" sz="1900" spc="-20">
                <a:solidFill>
                  <a:srgbClr val="F5F6FA"/>
                </a:solidFill>
                <a:latin typeface="Arial MT"/>
                <a:cs typeface="Arial MT"/>
              </a:rPr>
              <a:t>CSS</a:t>
            </a:r>
            <a:r>
              <a:rPr dirty="0" sz="1850" spc="-2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169862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TE</a:t>
            </a:r>
            <a:r>
              <a:rPr dirty="0" sz="1800" spc="-254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70" b="1">
                <a:solidFill>
                  <a:srgbClr val="00D9FF"/>
                </a:solidFill>
                <a:latin typeface="Arial"/>
                <a:cs typeface="Arial"/>
              </a:rPr>
              <a:t>CH</a:t>
            </a:r>
            <a:r>
              <a:rPr dirty="0" sz="1800" spc="48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55" b="1">
                <a:solidFill>
                  <a:srgbClr val="00D9FF"/>
                </a:solidFill>
                <a:latin typeface="Arial"/>
                <a:cs typeface="Arial"/>
              </a:rPr>
              <a:t>ST</a:t>
            </a:r>
            <a:r>
              <a:rPr dirty="0" sz="1800" spc="-23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60" b="1">
                <a:solidFill>
                  <a:srgbClr val="00D9FF"/>
                </a:solidFill>
                <a:latin typeface="Arial"/>
                <a:cs typeface="Arial"/>
              </a:rPr>
              <a:t>ACK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1022238"/>
            <a:ext cx="4779010" cy="734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80"/>
              <a:t>Tec</a:t>
            </a:r>
            <a:r>
              <a:rPr dirty="0" spc="-280"/>
              <a:t>hnologi</a:t>
            </a:r>
            <a:r>
              <a:rPr dirty="0" sz="4500" spc="-280"/>
              <a:t>e</a:t>
            </a:r>
            <a:r>
              <a:rPr dirty="0" spc="-280"/>
              <a:t>s</a:t>
            </a:r>
            <a:r>
              <a:rPr dirty="0" spc="-540"/>
              <a:t> </a:t>
            </a:r>
            <a:r>
              <a:rPr dirty="0" sz="4500" spc="-155"/>
              <a:t>U</a:t>
            </a:r>
            <a:r>
              <a:rPr dirty="0" spc="-155"/>
              <a:t>s</a:t>
            </a:r>
            <a:r>
              <a:rPr dirty="0" sz="4500" spc="-155"/>
              <a:t>ed</a:t>
            </a:r>
            <a:endParaRPr sz="4500"/>
          </a:p>
        </p:txBody>
      </p:sp>
      <p:grpSp>
        <p:nvGrpSpPr>
          <p:cNvPr id="4" name="object 4"/>
          <p:cNvGrpSpPr/>
          <p:nvPr/>
        </p:nvGrpSpPr>
        <p:grpSpPr>
          <a:xfrm>
            <a:off x="731531" y="2316515"/>
            <a:ext cx="4816475" cy="2560320"/>
            <a:chOff x="731531" y="2316515"/>
            <a:chExt cx="4816475" cy="2560320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4816475" cy="2560320"/>
            </a:xfrm>
            <a:custGeom>
              <a:avLst/>
              <a:gdLst/>
              <a:ahLst/>
              <a:cxnLst/>
              <a:rect l="l" t="t" r="r" b="b"/>
              <a:pathLst>
                <a:path w="4816475" h="2560320">
                  <a:moveTo>
                    <a:pt x="4669663" y="2560320"/>
                  </a:moveTo>
                  <a:lnTo>
                    <a:pt x="146304" y="2560320"/>
                  </a:lnTo>
                  <a:lnTo>
                    <a:pt x="100060" y="2552867"/>
                  </a:lnTo>
                  <a:lnTo>
                    <a:pt x="59898" y="2532116"/>
                  </a:lnTo>
                  <a:lnTo>
                    <a:pt x="28228" y="2500473"/>
                  </a:lnTo>
                  <a:lnTo>
                    <a:pt x="7458" y="2460346"/>
                  </a:lnTo>
                  <a:lnTo>
                    <a:pt x="0" y="2414142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4669663" y="0"/>
                  </a:lnTo>
                  <a:lnTo>
                    <a:pt x="4715906" y="7458"/>
                  </a:lnTo>
                  <a:lnTo>
                    <a:pt x="4756068" y="28228"/>
                  </a:lnTo>
                  <a:lnTo>
                    <a:pt x="4787738" y="59898"/>
                  </a:lnTo>
                  <a:lnTo>
                    <a:pt x="4808508" y="100060"/>
                  </a:lnTo>
                  <a:lnTo>
                    <a:pt x="4815966" y="146304"/>
                  </a:lnTo>
                  <a:lnTo>
                    <a:pt x="4815966" y="2414142"/>
                  </a:lnTo>
                  <a:lnTo>
                    <a:pt x="4808508" y="2460346"/>
                  </a:lnTo>
                  <a:lnTo>
                    <a:pt x="4787738" y="2500473"/>
                  </a:lnTo>
                  <a:lnTo>
                    <a:pt x="4756068" y="2532116"/>
                  </a:lnTo>
                  <a:lnTo>
                    <a:pt x="4715906" y="2552867"/>
                  </a:lnTo>
                  <a:lnTo>
                    <a:pt x="4669663" y="25603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7296" y="2682280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518160" y="1036319"/>
                  </a:moveTo>
                  <a:lnTo>
                    <a:pt x="470996" y="1034202"/>
                  </a:lnTo>
                  <a:lnTo>
                    <a:pt x="425020" y="1027971"/>
                  </a:lnTo>
                  <a:lnTo>
                    <a:pt x="380412" y="1017810"/>
                  </a:lnTo>
                  <a:lnTo>
                    <a:pt x="337357" y="1003902"/>
                  </a:lnTo>
                  <a:lnTo>
                    <a:pt x="296036" y="986429"/>
                  </a:lnTo>
                  <a:lnTo>
                    <a:pt x="256634" y="965575"/>
                  </a:lnTo>
                  <a:lnTo>
                    <a:pt x="219333" y="941523"/>
                  </a:lnTo>
                  <a:lnTo>
                    <a:pt x="184316" y="914455"/>
                  </a:lnTo>
                  <a:lnTo>
                    <a:pt x="151765" y="884554"/>
                  </a:lnTo>
                  <a:lnTo>
                    <a:pt x="121864" y="852003"/>
                  </a:lnTo>
                  <a:lnTo>
                    <a:pt x="94796" y="816986"/>
                  </a:lnTo>
                  <a:lnTo>
                    <a:pt x="70744" y="779685"/>
                  </a:lnTo>
                  <a:lnTo>
                    <a:pt x="49889" y="740282"/>
                  </a:lnTo>
                  <a:lnTo>
                    <a:pt x="32417" y="698962"/>
                  </a:lnTo>
                  <a:lnTo>
                    <a:pt x="18509" y="655907"/>
                  </a:lnTo>
                  <a:lnTo>
                    <a:pt x="8348" y="611299"/>
                  </a:lnTo>
                  <a:lnTo>
                    <a:pt x="2117" y="565323"/>
                  </a:lnTo>
                  <a:lnTo>
                    <a:pt x="0" y="518159"/>
                  </a:lnTo>
                  <a:lnTo>
                    <a:pt x="2117" y="470996"/>
                  </a:lnTo>
                  <a:lnTo>
                    <a:pt x="8348" y="425020"/>
                  </a:lnTo>
                  <a:lnTo>
                    <a:pt x="18509" y="380412"/>
                  </a:lnTo>
                  <a:lnTo>
                    <a:pt x="32417" y="337357"/>
                  </a:lnTo>
                  <a:lnTo>
                    <a:pt x="49889" y="296036"/>
                  </a:lnTo>
                  <a:lnTo>
                    <a:pt x="70744" y="256634"/>
                  </a:lnTo>
                  <a:lnTo>
                    <a:pt x="94796" y="219333"/>
                  </a:lnTo>
                  <a:lnTo>
                    <a:pt x="121864" y="184316"/>
                  </a:lnTo>
                  <a:lnTo>
                    <a:pt x="151765" y="151765"/>
                  </a:lnTo>
                  <a:lnTo>
                    <a:pt x="184316" y="121864"/>
                  </a:lnTo>
                  <a:lnTo>
                    <a:pt x="219333" y="94796"/>
                  </a:lnTo>
                  <a:lnTo>
                    <a:pt x="256634" y="70744"/>
                  </a:lnTo>
                  <a:lnTo>
                    <a:pt x="296036" y="49890"/>
                  </a:lnTo>
                  <a:lnTo>
                    <a:pt x="337357" y="32417"/>
                  </a:lnTo>
                  <a:lnTo>
                    <a:pt x="380412" y="18509"/>
                  </a:lnTo>
                  <a:lnTo>
                    <a:pt x="425020" y="8348"/>
                  </a:lnTo>
                  <a:lnTo>
                    <a:pt x="470996" y="2117"/>
                  </a:lnTo>
                  <a:lnTo>
                    <a:pt x="518160" y="0"/>
                  </a:lnTo>
                  <a:lnTo>
                    <a:pt x="565323" y="2117"/>
                  </a:lnTo>
                  <a:lnTo>
                    <a:pt x="611299" y="8348"/>
                  </a:lnTo>
                  <a:lnTo>
                    <a:pt x="655907" y="18509"/>
                  </a:lnTo>
                  <a:lnTo>
                    <a:pt x="698962" y="32417"/>
                  </a:lnTo>
                  <a:lnTo>
                    <a:pt x="740283" y="49890"/>
                  </a:lnTo>
                  <a:lnTo>
                    <a:pt x="779685" y="70744"/>
                  </a:lnTo>
                  <a:lnTo>
                    <a:pt x="816986" y="94796"/>
                  </a:lnTo>
                  <a:lnTo>
                    <a:pt x="852003" y="121864"/>
                  </a:lnTo>
                  <a:lnTo>
                    <a:pt x="884554" y="151765"/>
                  </a:lnTo>
                  <a:lnTo>
                    <a:pt x="914455" y="184316"/>
                  </a:lnTo>
                  <a:lnTo>
                    <a:pt x="941523" y="219333"/>
                  </a:lnTo>
                  <a:lnTo>
                    <a:pt x="965575" y="256634"/>
                  </a:lnTo>
                  <a:lnTo>
                    <a:pt x="986429" y="296036"/>
                  </a:lnTo>
                  <a:lnTo>
                    <a:pt x="1003902" y="337357"/>
                  </a:lnTo>
                  <a:lnTo>
                    <a:pt x="1017810" y="380412"/>
                  </a:lnTo>
                  <a:lnTo>
                    <a:pt x="1027971" y="425020"/>
                  </a:lnTo>
                  <a:lnTo>
                    <a:pt x="1034202" y="470996"/>
                  </a:lnTo>
                  <a:lnTo>
                    <a:pt x="1036319" y="518159"/>
                  </a:lnTo>
                  <a:lnTo>
                    <a:pt x="1034202" y="565323"/>
                  </a:lnTo>
                  <a:lnTo>
                    <a:pt x="1027971" y="611299"/>
                  </a:lnTo>
                  <a:lnTo>
                    <a:pt x="1017810" y="655907"/>
                  </a:lnTo>
                  <a:lnTo>
                    <a:pt x="1003902" y="698962"/>
                  </a:lnTo>
                  <a:lnTo>
                    <a:pt x="986429" y="740282"/>
                  </a:lnTo>
                  <a:lnTo>
                    <a:pt x="965575" y="779685"/>
                  </a:lnTo>
                  <a:lnTo>
                    <a:pt x="941523" y="816986"/>
                  </a:lnTo>
                  <a:lnTo>
                    <a:pt x="914455" y="852003"/>
                  </a:lnTo>
                  <a:lnTo>
                    <a:pt x="884554" y="884554"/>
                  </a:lnTo>
                  <a:lnTo>
                    <a:pt x="852003" y="914455"/>
                  </a:lnTo>
                  <a:lnTo>
                    <a:pt x="816986" y="941523"/>
                  </a:lnTo>
                  <a:lnTo>
                    <a:pt x="779685" y="965575"/>
                  </a:lnTo>
                  <a:lnTo>
                    <a:pt x="740283" y="986429"/>
                  </a:lnTo>
                  <a:lnTo>
                    <a:pt x="698962" y="1003902"/>
                  </a:lnTo>
                  <a:lnTo>
                    <a:pt x="655907" y="1017810"/>
                  </a:lnTo>
                  <a:lnTo>
                    <a:pt x="611299" y="1027971"/>
                  </a:lnTo>
                  <a:lnTo>
                    <a:pt x="565323" y="1034202"/>
                  </a:lnTo>
                  <a:lnTo>
                    <a:pt x="518160" y="1036319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2946400"/>
              <a:ext cx="495300" cy="4953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06500" y="3930009"/>
            <a:ext cx="1935480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0" b="1">
                <a:solidFill>
                  <a:srgbClr val="F5F6FA"/>
                </a:solidFill>
                <a:latin typeface="Arial"/>
                <a:cs typeface="Arial"/>
              </a:rPr>
              <a:t>P</a:t>
            </a:r>
            <a:r>
              <a:rPr dirty="0" sz="2050" spc="-150" b="1">
                <a:solidFill>
                  <a:srgbClr val="F5F6FA"/>
                </a:solidFill>
                <a:latin typeface="Arial"/>
                <a:cs typeface="Arial"/>
              </a:rPr>
              <a:t>ython</a:t>
            </a:r>
            <a:r>
              <a:rPr dirty="0" sz="2050" spc="-165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1950" spc="-40" b="1">
                <a:solidFill>
                  <a:srgbClr val="F5F6FA"/>
                </a:solidFill>
                <a:latin typeface="Georgia"/>
                <a:cs typeface="Georgia"/>
              </a:rPr>
              <a:t>&amp;</a:t>
            </a:r>
            <a:r>
              <a:rPr dirty="0" sz="1950" spc="-204" b="1">
                <a:solidFill>
                  <a:srgbClr val="F5F6FA"/>
                </a:solidFill>
                <a:latin typeface="Georgia"/>
                <a:cs typeface="Georgia"/>
              </a:rPr>
              <a:t> </a:t>
            </a:r>
            <a:r>
              <a:rPr dirty="0" sz="2000" spc="-100" b="1">
                <a:solidFill>
                  <a:srgbClr val="F5F6FA"/>
                </a:solidFill>
                <a:latin typeface="Arial"/>
                <a:cs typeface="Arial"/>
              </a:rPr>
              <a:t>Fa</a:t>
            </a:r>
            <a:r>
              <a:rPr dirty="0" sz="2050" spc="-100" b="1">
                <a:solidFill>
                  <a:srgbClr val="F5F6FA"/>
                </a:solidFill>
                <a:latin typeface="Arial"/>
                <a:cs typeface="Arial"/>
              </a:rPr>
              <a:t>st</a:t>
            </a:r>
            <a:r>
              <a:rPr dirty="0" sz="2000" spc="-100" b="1">
                <a:solidFill>
                  <a:srgbClr val="F5F6FA"/>
                </a:solidFill>
                <a:latin typeface="Arial"/>
                <a:cs typeface="Arial"/>
              </a:rPr>
              <a:t>API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6500" y="4396803"/>
            <a:ext cx="152908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80">
                <a:solidFill>
                  <a:srgbClr val="8FA2BE"/>
                </a:solidFill>
                <a:latin typeface="Arial MT"/>
                <a:cs typeface="Arial MT"/>
              </a:rPr>
              <a:t>Backend</a:t>
            </a:r>
            <a:r>
              <a:rPr dirty="0" sz="1550" spc="-5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155">
                <a:solidFill>
                  <a:srgbClr val="8FA2BE"/>
                </a:solidFill>
                <a:latin typeface="Arial MT"/>
                <a:cs typeface="Arial MT"/>
              </a:rPr>
              <a:t>REST</a:t>
            </a:r>
            <a:r>
              <a:rPr dirty="0" sz="1550" spc="-18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85">
                <a:solidFill>
                  <a:srgbClr val="8FA2BE"/>
                </a:solidFill>
                <a:latin typeface="Arial MT"/>
                <a:cs typeface="Arial MT"/>
              </a:rPr>
              <a:t>API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52248" y="2316515"/>
            <a:ext cx="4816475" cy="2560320"/>
            <a:chOff x="5852248" y="2316515"/>
            <a:chExt cx="4816475" cy="2560320"/>
          </a:xfrm>
        </p:grpSpPr>
        <p:sp>
          <p:nvSpPr>
            <p:cNvPr id="11" name="object 11"/>
            <p:cNvSpPr/>
            <p:nvPr/>
          </p:nvSpPr>
          <p:spPr>
            <a:xfrm>
              <a:off x="5852248" y="2316515"/>
              <a:ext cx="4816475" cy="2560320"/>
            </a:xfrm>
            <a:custGeom>
              <a:avLst/>
              <a:gdLst/>
              <a:ahLst/>
              <a:cxnLst/>
              <a:rect l="l" t="t" r="r" b="b"/>
              <a:pathLst>
                <a:path w="4816475" h="2560320">
                  <a:moveTo>
                    <a:pt x="4669663" y="2560320"/>
                  </a:moveTo>
                  <a:lnTo>
                    <a:pt x="146303" y="2560320"/>
                  </a:lnTo>
                  <a:lnTo>
                    <a:pt x="100060" y="2552867"/>
                  </a:lnTo>
                  <a:lnTo>
                    <a:pt x="59898" y="2532116"/>
                  </a:lnTo>
                  <a:lnTo>
                    <a:pt x="28228" y="2500473"/>
                  </a:lnTo>
                  <a:lnTo>
                    <a:pt x="7458" y="2460346"/>
                  </a:lnTo>
                  <a:lnTo>
                    <a:pt x="0" y="2414142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3" y="0"/>
                  </a:lnTo>
                  <a:lnTo>
                    <a:pt x="4669663" y="0"/>
                  </a:lnTo>
                  <a:lnTo>
                    <a:pt x="4715906" y="7458"/>
                  </a:lnTo>
                  <a:lnTo>
                    <a:pt x="4756067" y="28228"/>
                  </a:lnTo>
                  <a:lnTo>
                    <a:pt x="4787738" y="59898"/>
                  </a:lnTo>
                  <a:lnTo>
                    <a:pt x="4808507" y="100060"/>
                  </a:lnTo>
                  <a:lnTo>
                    <a:pt x="4815966" y="146304"/>
                  </a:lnTo>
                  <a:lnTo>
                    <a:pt x="4815966" y="2414142"/>
                  </a:lnTo>
                  <a:lnTo>
                    <a:pt x="4808507" y="2460346"/>
                  </a:lnTo>
                  <a:lnTo>
                    <a:pt x="4787738" y="2500473"/>
                  </a:lnTo>
                  <a:lnTo>
                    <a:pt x="4756067" y="2532116"/>
                  </a:lnTo>
                  <a:lnTo>
                    <a:pt x="4715906" y="2552867"/>
                  </a:lnTo>
                  <a:lnTo>
                    <a:pt x="4669663" y="25603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8014" y="2682280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20" h="1036320">
                  <a:moveTo>
                    <a:pt x="518160" y="1036319"/>
                  </a:moveTo>
                  <a:lnTo>
                    <a:pt x="470997" y="1034202"/>
                  </a:lnTo>
                  <a:lnTo>
                    <a:pt x="425020" y="1027971"/>
                  </a:lnTo>
                  <a:lnTo>
                    <a:pt x="380412" y="1017810"/>
                  </a:lnTo>
                  <a:lnTo>
                    <a:pt x="337357" y="1003902"/>
                  </a:lnTo>
                  <a:lnTo>
                    <a:pt x="296037" y="986429"/>
                  </a:lnTo>
                  <a:lnTo>
                    <a:pt x="256634" y="965575"/>
                  </a:lnTo>
                  <a:lnTo>
                    <a:pt x="219333" y="941523"/>
                  </a:lnTo>
                  <a:lnTo>
                    <a:pt x="184316" y="914455"/>
                  </a:lnTo>
                  <a:lnTo>
                    <a:pt x="151765" y="884554"/>
                  </a:lnTo>
                  <a:lnTo>
                    <a:pt x="121864" y="852003"/>
                  </a:lnTo>
                  <a:lnTo>
                    <a:pt x="94796" y="816986"/>
                  </a:lnTo>
                  <a:lnTo>
                    <a:pt x="70744" y="779685"/>
                  </a:lnTo>
                  <a:lnTo>
                    <a:pt x="49890" y="740282"/>
                  </a:lnTo>
                  <a:lnTo>
                    <a:pt x="32417" y="698962"/>
                  </a:lnTo>
                  <a:lnTo>
                    <a:pt x="18509" y="655907"/>
                  </a:lnTo>
                  <a:lnTo>
                    <a:pt x="8348" y="611299"/>
                  </a:lnTo>
                  <a:lnTo>
                    <a:pt x="2117" y="565323"/>
                  </a:lnTo>
                  <a:lnTo>
                    <a:pt x="0" y="518159"/>
                  </a:lnTo>
                  <a:lnTo>
                    <a:pt x="2117" y="470996"/>
                  </a:lnTo>
                  <a:lnTo>
                    <a:pt x="8348" y="425020"/>
                  </a:lnTo>
                  <a:lnTo>
                    <a:pt x="18509" y="380412"/>
                  </a:lnTo>
                  <a:lnTo>
                    <a:pt x="32417" y="337357"/>
                  </a:lnTo>
                  <a:lnTo>
                    <a:pt x="49890" y="296036"/>
                  </a:lnTo>
                  <a:lnTo>
                    <a:pt x="70744" y="256634"/>
                  </a:lnTo>
                  <a:lnTo>
                    <a:pt x="94796" y="219333"/>
                  </a:lnTo>
                  <a:lnTo>
                    <a:pt x="121864" y="184316"/>
                  </a:lnTo>
                  <a:lnTo>
                    <a:pt x="151765" y="151765"/>
                  </a:lnTo>
                  <a:lnTo>
                    <a:pt x="184316" y="121864"/>
                  </a:lnTo>
                  <a:lnTo>
                    <a:pt x="219333" y="94796"/>
                  </a:lnTo>
                  <a:lnTo>
                    <a:pt x="256634" y="70744"/>
                  </a:lnTo>
                  <a:lnTo>
                    <a:pt x="296037" y="49890"/>
                  </a:lnTo>
                  <a:lnTo>
                    <a:pt x="337357" y="32417"/>
                  </a:lnTo>
                  <a:lnTo>
                    <a:pt x="380412" y="18509"/>
                  </a:lnTo>
                  <a:lnTo>
                    <a:pt x="425020" y="8348"/>
                  </a:lnTo>
                  <a:lnTo>
                    <a:pt x="470997" y="2117"/>
                  </a:lnTo>
                  <a:lnTo>
                    <a:pt x="518160" y="0"/>
                  </a:lnTo>
                  <a:lnTo>
                    <a:pt x="565323" y="2117"/>
                  </a:lnTo>
                  <a:lnTo>
                    <a:pt x="611300" y="8348"/>
                  </a:lnTo>
                  <a:lnTo>
                    <a:pt x="655907" y="18509"/>
                  </a:lnTo>
                  <a:lnTo>
                    <a:pt x="698962" y="32417"/>
                  </a:lnTo>
                  <a:lnTo>
                    <a:pt x="740283" y="49890"/>
                  </a:lnTo>
                  <a:lnTo>
                    <a:pt x="779685" y="70744"/>
                  </a:lnTo>
                  <a:lnTo>
                    <a:pt x="816986" y="94796"/>
                  </a:lnTo>
                  <a:lnTo>
                    <a:pt x="852004" y="121864"/>
                  </a:lnTo>
                  <a:lnTo>
                    <a:pt x="884554" y="151765"/>
                  </a:lnTo>
                  <a:lnTo>
                    <a:pt x="914455" y="184316"/>
                  </a:lnTo>
                  <a:lnTo>
                    <a:pt x="941523" y="219333"/>
                  </a:lnTo>
                  <a:lnTo>
                    <a:pt x="965576" y="256634"/>
                  </a:lnTo>
                  <a:lnTo>
                    <a:pt x="986430" y="296036"/>
                  </a:lnTo>
                  <a:lnTo>
                    <a:pt x="1003902" y="337357"/>
                  </a:lnTo>
                  <a:lnTo>
                    <a:pt x="1017810" y="380412"/>
                  </a:lnTo>
                  <a:lnTo>
                    <a:pt x="1027971" y="425020"/>
                  </a:lnTo>
                  <a:lnTo>
                    <a:pt x="1034202" y="470996"/>
                  </a:lnTo>
                  <a:lnTo>
                    <a:pt x="1036320" y="518159"/>
                  </a:lnTo>
                  <a:lnTo>
                    <a:pt x="1034202" y="565323"/>
                  </a:lnTo>
                  <a:lnTo>
                    <a:pt x="1027971" y="611299"/>
                  </a:lnTo>
                  <a:lnTo>
                    <a:pt x="1017810" y="655907"/>
                  </a:lnTo>
                  <a:lnTo>
                    <a:pt x="1003902" y="698962"/>
                  </a:lnTo>
                  <a:lnTo>
                    <a:pt x="986430" y="740282"/>
                  </a:lnTo>
                  <a:lnTo>
                    <a:pt x="965576" y="779685"/>
                  </a:lnTo>
                  <a:lnTo>
                    <a:pt x="941523" y="816986"/>
                  </a:lnTo>
                  <a:lnTo>
                    <a:pt x="914455" y="852003"/>
                  </a:lnTo>
                  <a:lnTo>
                    <a:pt x="884554" y="884554"/>
                  </a:lnTo>
                  <a:lnTo>
                    <a:pt x="852004" y="914455"/>
                  </a:lnTo>
                  <a:lnTo>
                    <a:pt x="816986" y="941523"/>
                  </a:lnTo>
                  <a:lnTo>
                    <a:pt x="779685" y="965575"/>
                  </a:lnTo>
                  <a:lnTo>
                    <a:pt x="740283" y="986429"/>
                  </a:lnTo>
                  <a:lnTo>
                    <a:pt x="698962" y="1003902"/>
                  </a:lnTo>
                  <a:lnTo>
                    <a:pt x="655907" y="1017810"/>
                  </a:lnTo>
                  <a:lnTo>
                    <a:pt x="611300" y="1027971"/>
                  </a:lnTo>
                  <a:lnTo>
                    <a:pt x="565323" y="1034202"/>
                  </a:lnTo>
                  <a:lnTo>
                    <a:pt x="518160" y="1036319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9699" y="2946400"/>
              <a:ext cx="495300" cy="4953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24600" y="3930009"/>
            <a:ext cx="3043555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75" b="1">
                <a:solidFill>
                  <a:srgbClr val="F5F6FA"/>
                </a:solidFill>
                <a:latin typeface="Arial"/>
                <a:cs typeface="Arial"/>
              </a:rPr>
              <a:t>Reac</a:t>
            </a:r>
            <a:r>
              <a:rPr dirty="0" sz="2050" spc="-75" b="1">
                <a:solidFill>
                  <a:srgbClr val="F5F6FA"/>
                </a:solidFill>
                <a:latin typeface="Arial"/>
                <a:cs typeface="Arial"/>
              </a:rPr>
              <a:t>t</a:t>
            </a:r>
            <a:r>
              <a:rPr dirty="0" sz="1850" spc="-75" b="1">
                <a:solidFill>
                  <a:srgbClr val="F5F6FA"/>
                </a:solidFill>
                <a:latin typeface="Roboto Cn"/>
                <a:cs typeface="Roboto Cn"/>
              </a:rPr>
              <a:t>.</a:t>
            </a:r>
            <a:r>
              <a:rPr dirty="0" sz="2050" spc="-75" b="1">
                <a:solidFill>
                  <a:srgbClr val="F5F6FA"/>
                </a:solidFill>
                <a:latin typeface="Arial"/>
                <a:cs typeface="Arial"/>
              </a:rPr>
              <a:t>js</a:t>
            </a:r>
            <a:r>
              <a:rPr dirty="0" sz="1850" spc="-75" b="1">
                <a:solidFill>
                  <a:srgbClr val="F5F6FA"/>
                </a:solidFill>
                <a:latin typeface="Roboto Cn"/>
                <a:cs typeface="Roboto Cn"/>
              </a:rPr>
              <a:t>,</a:t>
            </a:r>
            <a:r>
              <a:rPr dirty="0" sz="1850" spc="10" b="1">
                <a:solidFill>
                  <a:srgbClr val="F5F6FA"/>
                </a:solidFill>
                <a:latin typeface="Roboto Cn"/>
                <a:cs typeface="Roboto Cn"/>
              </a:rPr>
              <a:t> </a:t>
            </a:r>
            <a:r>
              <a:rPr dirty="0" sz="2000" spc="-25" b="1">
                <a:solidFill>
                  <a:srgbClr val="F5F6FA"/>
                </a:solidFill>
                <a:latin typeface="Arial"/>
                <a:cs typeface="Arial"/>
              </a:rPr>
              <a:t>V</a:t>
            </a:r>
            <a:r>
              <a:rPr dirty="0" sz="2050" spc="-25" b="1">
                <a:solidFill>
                  <a:srgbClr val="F5F6FA"/>
                </a:solidFill>
                <a:latin typeface="Arial"/>
                <a:cs typeface="Arial"/>
              </a:rPr>
              <a:t>it</a:t>
            </a:r>
            <a:r>
              <a:rPr dirty="0" sz="2000" spc="-25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1850" spc="-25" b="1">
                <a:solidFill>
                  <a:srgbClr val="F5F6FA"/>
                </a:solidFill>
                <a:latin typeface="Roboto Cn"/>
                <a:cs typeface="Roboto Cn"/>
              </a:rPr>
              <a:t>,</a:t>
            </a:r>
            <a:r>
              <a:rPr dirty="0" sz="1850" spc="-40" b="1">
                <a:solidFill>
                  <a:srgbClr val="F5F6FA"/>
                </a:solidFill>
                <a:latin typeface="Roboto Cn"/>
                <a:cs typeface="Roboto Cn"/>
              </a:rPr>
              <a:t> </a:t>
            </a:r>
            <a:r>
              <a:rPr dirty="0" sz="2000" spc="-110" b="1">
                <a:solidFill>
                  <a:srgbClr val="F5F6FA"/>
                </a:solidFill>
                <a:latin typeface="Arial"/>
                <a:cs typeface="Arial"/>
              </a:rPr>
              <a:t>Ta</a:t>
            </a:r>
            <a:r>
              <a:rPr dirty="0" sz="2050" spc="-110" b="1">
                <a:solidFill>
                  <a:srgbClr val="F5F6FA"/>
                </a:solidFill>
                <a:latin typeface="Arial"/>
                <a:cs typeface="Arial"/>
              </a:rPr>
              <a:t>ilwin</a:t>
            </a:r>
            <a:r>
              <a:rPr dirty="0" sz="2000" spc="-110" b="1">
                <a:solidFill>
                  <a:srgbClr val="F5F6FA"/>
                </a:solidFill>
                <a:latin typeface="Arial"/>
                <a:cs typeface="Arial"/>
              </a:rPr>
              <a:t>d</a:t>
            </a:r>
            <a:r>
              <a:rPr dirty="0" sz="2000" spc="-22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000" spc="-70" b="1">
                <a:solidFill>
                  <a:srgbClr val="F5F6FA"/>
                </a:solidFill>
                <a:latin typeface="Arial"/>
                <a:cs typeface="Arial"/>
              </a:rPr>
              <a:t>CSS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4600" y="4396803"/>
            <a:ext cx="1904364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60">
                <a:solidFill>
                  <a:srgbClr val="8FA2BE"/>
                </a:solidFill>
                <a:latin typeface="Arial MT"/>
                <a:cs typeface="Arial MT"/>
              </a:rPr>
              <a:t>Frontend</a:t>
            </a:r>
            <a:r>
              <a:rPr dirty="0" sz="1550" spc="-13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8FA2BE"/>
                </a:solidFill>
                <a:latin typeface="Arial MT"/>
                <a:cs typeface="Arial MT"/>
              </a:rPr>
              <a:t>Development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972966" y="2316515"/>
            <a:ext cx="4816475" cy="2560320"/>
            <a:chOff x="10972966" y="2316515"/>
            <a:chExt cx="4816475" cy="2560320"/>
          </a:xfrm>
        </p:grpSpPr>
        <p:sp>
          <p:nvSpPr>
            <p:cNvPr id="17" name="object 17"/>
            <p:cNvSpPr/>
            <p:nvPr/>
          </p:nvSpPr>
          <p:spPr>
            <a:xfrm>
              <a:off x="10972966" y="2316515"/>
              <a:ext cx="4816475" cy="2560320"/>
            </a:xfrm>
            <a:custGeom>
              <a:avLst/>
              <a:gdLst/>
              <a:ahLst/>
              <a:cxnLst/>
              <a:rect l="l" t="t" r="r" b="b"/>
              <a:pathLst>
                <a:path w="4816475" h="2560320">
                  <a:moveTo>
                    <a:pt x="4669663" y="2560320"/>
                  </a:moveTo>
                  <a:lnTo>
                    <a:pt x="146304" y="2560320"/>
                  </a:lnTo>
                  <a:lnTo>
                    <a:pt x="100060" y="2552867"/>
                  </a:lnTo>
                  <a:lnTo>
                    <a:pt x="59899" y="2532116"/>
                  </a:lnTo>
                  <a:lnTo>
                    <a:pt x="28228" y="2500473"/>
                  </a:lnTo>
                  <a:lnTo>
                    <a:pt x="7458" y="2460346"/>
                  </a:lnTo>
                  <a:lnTo>
                    <a:pt x="0" y="2414142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9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4669663" y="0"/>
                  </a:lnTo>
                  <a:lnTo>
                    <a:pt x="4715906" y="7458"/>
                  </a:lnTo>
                  <a:lnTo>
                    <a:pt x="4756068" y="28228"/>
                  </a:lnTo>
                  <a:lnTo>
                    <a:pt x="4787738" y="59898"/>
                  </a:lnTo>
                  <a:lnTo>
                    <a:pt x="4808508" y="100060"/>
                  </a:lnTo>
                  <a:lnTo>
                    <a:pt x="4815967" y="146304"/>
                  </a:lnTo>
                  <a:lnTo>
                    <a:pt x="4815967" y="2414142"/>
                  </a:lnTo>
                  <a:lnTo>
                    <a:pt x="4808508" y="2460346"/>
                  </a:lnTo>
                  <a:lnTo>
                    <a:pt x="4787738" y="2500473"/>
                  </a:lnTo>
                  <a:lnTo>
                    <a:pt x="4756068" y="2532116"/>
                  </a:lnTo>
                  <a:lnTo>
                    <a:pt x="4715906" y="2552867"/>
                  </a:lnTo>
                  <a:lnTo>
                    <a:pt x="4669663" y="25603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338732" y="2682280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20" h="1036320">
                  <a:moveTo>
                    <a:pt x="518159" y="1036319"/>
                  </a:moveTo>
                  <a:lnTo>
                    <a:pt x="470996" y="1034202"/>
                  </a:lnTo>
                  <a:lnTo>
                    <a:pt x="425019" y="1027971"/>
                  </a:lnTo>
                  <a:lnTo>
                    <a:pt x="380412" y="1017810"/>
                  </a:lnTo>
                  <a:lnTo>
                    <a:pt x="337357" y="1003902"/>
                  </a:lnTo>
                  <a:lnTo>
                    <a:pt x="296036" y="986429"/>
                  </a:lnTo>
                  <a:lnTo>
                    <a:pt x="256634" y="965575"/>
                  </a:lnTo>
                  <a:lnTo>
                    <a:pt x="219333" y="941523"/>
                  </a:lnTo>
                  <a:lnTo>
                    <a:pt x="184316" y="914455"/>
                  </a:lnTo>
                  <a:lnTo>
                    <a:pt x="151765" y="884554"/>
                  </a:lnTo>
                  <a:lnTo>
                    <a:pt x="121864" y="852003"/>
                  </a:lnTo>
                  <a:lnTo>
                    <a:pt x="94796" y="816986"/>
                  </a:lnTo>
                  <a:lnTo>
                    <a:pt x="70744" y="779685"/>
                  </a:lnTo>
                  <a:lnTo>
                    <a:pt x="49889" y="740282"/>
                  </a:lnTo>
                  <a:lnTo>
                    <a:pt x="32417" y="698962"/>
                  </a:lnTo>
                  <a:lnTo>
                    <a:pt x="18509" y="655907"/>
                  </a:lnTo>
                  <a:lnTo>
                    <a:pt x="8348" y="611299"/>
                  </a:lnTo>
                  <a:lnTo>
                    <a:pt x="2117" y="565323"/>
                  </a:lnTo>
                  <a:lnTo>
                    <a:pt x="0" y="518159"/>
                  </a:lnTo>
                  <a:lnTo>
                    <a:pt x="2117" y="470996"/>
                  </a:lnTo>
                  <a:lnTo>
                    <a:pt x="8348" y="425020"/>
                  </a:lnTo>
                  <a:lnTo>
                    <a:pt x="18509" y="380412"/>
                  </a:lnTo>
                  <a:lnTo>
                    <a:pt x="32417" y="337357"/>
                  </a:lnTo>
                  <a:lnTo>
                    <a:pt x="49889" y="296036"/>
                  </a:lnTo>
                  <a:lnTo>
                    <a:pt x="70744" y="256634"/>
                  </a:lnTo>
                  <a:lnTo>
                    <a:pt x="94796" y="219333"/>
                  </a:lnTo>
                  <a:lnTo>
                    <a:pt x="121864" y="184316"/>
                  </a:lnTo>
                  <a:lnTo>
                    <a:pt x="151765" y="151765"/>
                  </a:lnTo>
                  <a:lnTo>
                    <a:pt x="184316" y="121864"/>
                  </a:lnTo>
                  <a:lnTo>
                    <a:pt x="219333" y="94796"/>
                  </a:lnTo>
                  <a:lnTo>
                    <a:pt x="256634" y="70744"/>
                  </a:lnTo>
                  <a:lnTo>
                    <a:pt x="296036" y="49890"/>
                  </a:lnTo>
                  <a:lnTo>
                    <a:pt x="337357" y="32417"/>
                  </a:lnTo>
                  <a:lnTo>
                    <a:pt x="380412" y="18509"/>
                  </a:lnTo>
                  <a:lnTo>
                    <a:pt x="425019" y="8348"/>
                  </a:lnTo>
                  <a:lnTo>
                    <a:pt x="470996" y="2117"/>
                  </a:lnTo>
                  <a:lnTo>
                    <a:pt x="518159" y="0"/>
                  </a:lnTo>
                  <a:lnTo>
                    <a:pt x="565322" y="2117"/>
                  </a:lnTo>
                  <a:lnTo>
                    <a:pt x="611299" y="8348"/>
                  </a:lnTo>
                  <a:lnTo>
                    <a:pt x="655907" y="18509"/>
                  </a:lnTo>
                  <a:lnTo>
                    <a:pt x="698962" y="32417"/>
                  </a:lnTo>
                  <a:lnTo>
                    <a:pt x="740282" y="49890"/>
                  </a:lnTo>
                  <a:lnTo>
                    <a:pt x="779684" y="70744"/>
                  </a:lnTo>
                  <a:lnTo>
                    <a:pt x="816986" y="94796"/>
                  </a:lnTo>
                  <a:lnTo>
                    <a:pt x="852003" y="121864"/>
                  </a:lnTo>
                  <a:lnTo>
                    <a:pt x="884554" y="151765"/>
                  </a:lnTo>
                  <a:lnTo>
                    <a:pt x="914454" y="184316"/>
                  </a:lnTo>
                  <a:lnTo>
                    <a:pt x="941523" y="219333"/>
                  </a:lnTo>
                  <a:lnTo>
                    <a:pt x="965575" y="256634"/>
                  </a:lnTo>
                  <a:lnTo>
                    <a:pt x="986429" y="296036"/>
                  </a:lnTo>
                  <a:lnTo>
                    <a:pt x="1003902" y="337357"/>
                  </a:lnTo>
                  <a:lnTo>
                    <a:pt x="1017810" y="380412"/>
                  </a:lnTo>
                  <a:lnTo>
                    <a:pt x="1027971" y="425020"/>
                  </a:lnTo>
                  <a:lnTo>
                    <a:pt x="1034202" y="470996"/>
                  </a:lnTo>
                  <a:lnTo>
                    <a:pt x="1036319" y="518159"/>
                  </a:lnTo>
                  <a:lnTo>
                    <a:pt x="1034202" y="565323"/>
                  </a:lnTo>
                  <a:lnTo>
                    <a:pt x="1027971" y="611299"/>
                  </a:lnTo>
                  <a:lnTo>
                    <a:pt x="1017810" y="655907"/>
                  </a:lnTo>
                  <a:lnTo>
                    <a:pt x="1003902" y="698962"/>
                  </a:lnTo>
                  <a:lnTo>
                    <a:pt x="986429" y="740282"/>
                  </a:lnTo>
                  <a:lnTo>
                    <a:pt x="965575" y="779685"/>
                  </a:lnTo>
                  <a:lnTo>
                    <a:pt x="941523" y="816986"/>
                  </a:lnTo>
                  <a:lnTo>
                    <a:pt x="914454" y="852003"/>
                  </a:lnTo>
                  <a:lnTo>
                    <a:pt x="884554" y="884554"/>
                  </a:lnTo>
                  <a:lnTo>
                    <a:pt x="852003" y="914455"/>
                  </a:lnTo>
                  <a:lnTo>
                    <a:pt x="816986" y="941523"/>
                  </a:lnTo>
                  <a:lnTo>
                    <a:pt x="779684" y="965575"/>
                  </a:lnTo>
                  <a:lnTo>
                    <a:pt x="740282" y="986429"/>
                  </a:lnTo>
                  <a:lnTo>
                    <a:pt x="698962" y="1003902"/>
                  </a:lnTo>
                  <a:lnTo>
                    <a:pt x="655907" y="1017810"/>
                  </a:lnTo>
                  <a:lnTo>
                    <a:pt x="611299" y="1027971"/>
                  </a:lnTo>
                  <a:lnTo>
                    <a:pt x="565322" y="1034202"/>
                  </a:lnTo>
                  <a:lnTo>
                    <a:pt x="518159" y="1036319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7800" y="2946400"/>
              <a:ext cx="495300" cy="4953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1442700" y="3930009"/>
            <a:ext cx="3166745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90" b="1">
                <a:solidFill>
                  <a:srgbClr val="F5F6FA"/>
                </a:solidFill>
                <a:latin typeface="Arial"/>
                <a:cs typeface="Arial"/>
              </a:rPr>
              <a:t>Sc</a:t>
            </a:r>
            <a:r>
              <a:rPr dirty="0" sz="2050" spc="-90" b="1">
                <a:solidFill>
                  <a:srgbClr val="F5F6FA"/>
                </a:solidFill>
                <a:latin typeface="Arial"/>
                <a:cs typeface="Arial"/>
              </a:rPr>
              <a:t>ikit</a:t>
            </a:r>
            <a:r>
              <a:rPr dirty="0" sz="1850" spc="-90" b="1">
                <a:solidFill>
                  <a:srgbClr val="F5F6FA"/>
                </a:solidFill>
                <a:latin typeface="Roboto Cn"/>
                <a:cs typeface="Roboto Cn"/>
              </a:rPr>
              <a:t>-</a:t>
            </a:r>
            <a:r>
              <a:rPr dirty="0" sz="2050" spc="-75" b="1">
                <a:solidFill>
                  <a:srgbClr val="F5F6FA"/>
                </a:solidFill>
                <a:latin typeface="Arial"/>
                <a:cs typeface="Arial"/>
              </a:rPr>
              <a:t>l</a:t>
            </a:r>
            <a:r>
              <a:rPr dirty="0" sz="2000" spc="-75" b="1">
                <a:solidFill>
                  <a:srgbClr val="F5F6FA"/>
                </a:solidFill>
                <a:latin typeface="Arial"/>
                <a:cs typeface="Arial"/>
              </a:rPr>
              <a:t>ea</a:t>
            </a:r>
            <a:r>
              <a:rPr dirty="0" sz="2050" spc="-75" b="1">
                <a:solidFill>
                  <a:srgbClr val="F5F6FA"/>
                </a:solidFill>
                <a:latin typeface="Arial"/>
                <a:cs typeface="Arial"/>
              </a:rPr>
              <a:t>rn</a:t>
            </a:r>
            <a:r>
              <a:rPr dirty="0" sz="1850" spc="-75" b="1">
                <a:solidFill>
                  <a:srgbClr val="F5F6FA"/>
                </a:solidFill>
                <a:latin typeface="Roboto Cn"/>
                <a:cs typeface="Roboto Cn"/>
              </a:rPr>
              <a:t>,</a:t>
            </a:r>
            <a:r>
              <a:rPr dirty="0" sz="1850" spc="5" b="1">
                <a:solidFill>
                  <a:srgbClr val="F5F6FA"/>
                </a:solidFill>
                <a:latin typeface="Roboto Cn"/>
                <a:cs typeface="Roboto Cn"/>
              </a:rPr>
              <a:t> </a:t>
            </a:r>
            <a:r>
              <a:rPr dirty="0" sz="2000" spc="-105" b="1">
                <a:solidFill>
                  <a:srgbClr val="F5F6FA"/>
                </a:solidFill>
                <a:latin typeface="Arial"/>
                <a:cs typeface="Arial"/>
              </a:rPr>
              <a:t>Pa</a:t>
            </a:r>
            <a:r>
              <a:rPr dirty="0" sz="2050" spc="-105" b="1">
                <a:solidFill>
                  <a:srgbClr val="F5F6FA"/>
                </a:solidFill>
                <a:latin typeface="Arial"/>
                <a:cs typeface="Arial"/>
              </a:rPr>
              <a:t>n</a:t>
            </a:r>
            <a:r>
              <a:rPr dirty="0" sz="2000" spc="-105" b="1">
                <a:solidFill>
                  <a:srgbClr val="F5F6FA"/>
                </a:solidFill>
                <a:latin typeface="Arial"/>
                <a:cs typeface="Arial"/>
              </a:rPr>
              <a:t>da</a:t>
            </a:r>
            <a:r>
              <a:rPr dirty="0" sz="2050" spc="-105" b="1">
                <a:solidFill>
                  <a:srgbClr val="F5F6FA"/>
                </a:solidFill>
                <a:latin typeface="Arial"/>
                <a:cs typeface="Arial"/>
              </a:rPr>
              <a:t>s</a:t>
            </a:r>
            <a:r>
              <a:rPr dirty="0" sz="1850" spc="-105" b="1">
                <a:solidFill>
                  <a:srgbClr val="F5F6FA"/>
                </a:solidFill>
                <a:latin typeface="Roboto Cn"/>
                <a:cs typeface="Roboto Cn"/>
              </a:rPr>
              <a:t>,</a:t>
            </a:r>
            <a:r>
              <a:rPr dirty="0" sz="1850" spc="110" b="1">
                <a:solidFill>
                  <a:srgbClr val="F5F6FA"/>
                </a:solidFill>
                <a:latin typeface="Roboto Cn"/>
                <a:cs typeface="Roboto Cn"/>
              </a:rPr>
              <a:t> </a:t>
            </a:r>
            <a:r>
              <a:rPr dirty="0" sz="2000" spc="-90" b="1">
                <a:solidFill>
                  <a:srgbClr val="F5F6FA"/>
                </a:solidFill>
                <a:latin typeface="Arial"/>
                <a:cs typeface="Arial"/>
              </a:rPr>
              <a:t>N</a:t>
            </a:r>
            <a:r>
              <a:rPr dirty="0" sz="2050" spc="-90" b="1">
                <a:solidFill>
                  <a:srgbClr val="F5F6FA"/>
                </a:solidFill>
                <a:latin typeface="Arial"/>
                <a:cs typeface="Arial"/>
              </a:rPr>
              <a:t>um</a:t>
            </a:r>
            <a:r>
              <a:rPr dirty="0" sz="2000" spc="-90" b="1">
                <a:solidFill>
                  <a:srgbClr val="F5F6FA"/>
                </a:solidFill>
                <a:latin typeface="Arial"/>
                <a:cs typeface="Arial"/>
              </a:rPr>
              <a:t>P</a:t>
            </a:r>
            <a:r>
              <a:rPr dirty="0" sz="2050" spc="-90" b="1">
                <a:solidFill>
                  <a:srgbClr val="F5F6FA"/>
                </a:solidFill>
                <a:latin typeface="Arial"/>
                <a:cs typeface="Arial"/>
              </a:rPr>
              <a:t>y</a:t>
            </a:r>
            <a:endParaRPr sz="2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42700" y="4396803"/>
            <a:ext cx="1834514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5">
                <a:solidFill>
                  <a:srgbClr val="8FA2BE"/>
                </a:solidFill>
                <a:latin typeface="Arial MT"/>
                <a:cs typeface="Arial MT"/>
              </a:rPr>
              <a:t>ML</a:t>
            </a:r>
            <a:r>
              <a:rPr dirty="0" sz="155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100">
                <a:solidFill>
                  <a:srgbClr val="8FA2BE"/>
                </a:solidFill>
                <a:latin typeface="Arial MT"/>
                <a:cs typeface="Arial MT"/>
              </a:rPr>
              <a:t>&amp;</a:t>
            </a:r>
            <a:r>
              <a:rPr dirty="0" sz="155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85">
                <a:solidFill>
                  <a:srgbClr val="8FA2BE"/>
                </a:solidFill>
                <a:latin typeface="Arial MT"/>
                <a:cs typeface="Arial MT"/>
              </a:rPr>
              <a:t>Data</a:t>
            </a:r>
            <a:r>
              <a:rPr dirty="0" sz="1550" spc="-9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8FA2BE"/>
                </a:solidFill>
                <a:latin typeface="Arial MT"/>
                <a:cs typeface="Arial MT"/>
              </a:rPr>
              <a:t>Processing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1531" y="5242640"/>
            <a:ext cx="4816475" cy="2560320"/>
            <a:chOff x="731531" y="5242640"/>
            <a:chExt cx="4816475" cy="2560320"/>
          </a:xfrm>
        </p:grpSpPr>
        <p:sp>
          <p:nvSpPr>
            <p:cNvPr id="23" name="object 23"/>
            <p:cNvSpPr/>
            <p:nvPr/>
          </p:nvSpPr>
          <p:spPr>
            <a:xfrm>
              <a:off x="731531" y="5242640"/>
              <a:ext cx="4816475" cy="2560320"/>
            </a:xfrm>
            <a:custGeom>
              <a:avLst/>
              <a:gdLst/>
              <a:ahLst/>
              <a:cxnLst/>
              <a:rect l="l" t="t" r="r" b="b"/>
              <a:pathLst>
                <a:path w="4816475" h="2560320">
                  <a:moveTo>
                    <a:pt x="4669663" y="2560320"/>
                  </a:moveTo>
                  <a:lnTo>
                    <a:pt x="146304" y="2560320"/>
                  </a:lnTo>
                  <a:lnTo>
                    <a:pt x="100060" y="2552867"/>
                  </a:lnTo>
                  <a:lnTo>
                    <a:pt x="59898" y="2532116"/>
                  </a:lnTo>
                  <a:lnTo>
                    <a:pt x="28228" y="2500473"/>
                  </a:lnTo>
                  <a:lnTo>
                    <a:pt x="7458" y="2460346"/>
                  </a:lnTo>
                  <a:lnTo>
                    <a:pt x="0" y="2414142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4669663" y="0"/>
                  </a:lnTo>
                  <a:lnTo>
                    <a:pt x="4715906" y="7458"/>
                  </a:lnTo>
                  <a:lnTo>
                    <a:pt x="4756068" y="28228"/>
                  </a:lnTo>
                  <a:lnTo>
                    <a:pt x="4787738" y="59898"/>
                  </a:lnTo>
                  <a:lnTo>
                    <a:pt x="4808508" y="100060"/>
                  </a:lnTo>
                  <a:lnTo>
                    <a:pt x="4815966" y="146303"/>
                  </a:lnTo>
                  <a:lnTo>
                    <a:pt x="4815966" y="2414142"/>
                  </a:lnTo>
                  <a:lnTo>
                    <a:pt x="4808508" y="2460346"/>
                  </a:lnTo>
                  <a:lnTo>
                    <a:pt x="4787738" y="2500473"/>
                  </a:lnTo>
                  <a:lnTo>
                    <a:pt x="4756068" y="2532116"/>
                  </a:lnTo>
                  <a:lnTo>
                    <a:pt x="4715906" y="2552867"/>
                  </a:lnTo>
                  <a:lnTo>
                    <a:pt x="4669663" y="25603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97296" y="5608405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518160" y="1036320"/>
                  </a:moveTo>
                  <a:lnTo>
                    <a:pt x="470996" y="1034202"/>
                  </a:lnTo>
                  <a:lnTo>
                    <a:pt x="425020" y="1027971"/>
                  </a:lnTo>
                  <a:lnTo>
                    <a:pt x="380412" y="1017810"/>
                  </a:lnTo>
                  <a:lnTo>
                    <a:pt x="337357" y="1003902"/>
                  </a:lnTo>
                  <a:lnTo>
                    <a:pt x="296036" y="986430"/>
                  </a:lnTo>
                  <a:lnTo>
                    <a:pt x="256634" y="965576"/>
                  </a:lnTo>
                  <a:lnTo>
                    <a:pt x="219333" y="941523"/>
                  </a:lnTo>
                  <a:lnTo>
                    <a:pt x="184316" y="914455"/>
                  </a:lnTo>
                  <a:lnTo>
                    <a:pt x="151765" y="884554"/>
                  </a:lnTo>
                  <a:lnTo>
                    <a:pt x="121864" y="852003"/>
                  </a:lnTo>
                  <a:lnTo>
                    <a:pt x="94796" y="816986"/>
                  </a:lnTo>
                  <a:lnTo>
                    <a:pt x="70744" y="779685"/>
                  </a:lnTo>
                  <a:lnTo>
                    <a:pt x="49889" y="740283"/>
                  </a:lnTo>
                  <a:lnTo>
                    <a:pt x="32417" y="698962"/>
                  </a:lnTo>
                  <a:lnTo>
                    <a:pt x="18509" y="655907"/>
                  </a:lnTo>
                  <a:lnTo>
                    <a:pt x="8348" y="611299"/>
                  </a:lnTo>
                  <a:lnTo>
                    <a:pt x="2117" y="565323"/>
                  </a:lnTo>
                  <a:lnTo>
                    <a:pt x="0" y="518159"/>
                  </a:lnTo>
                  <a:lnTo>
                    <a:pt x="2117" y="470996"/>
                  </a:lnTo>
                  <a:lnTo>
                    <a:pt x="8348" y="425019"/>
                  </a:lnTo>
                  <a:lnTo>
                    <a:pt x="18509" y="380412"/>
                  </a:lnTo>
                  <a:lnTo>
                    <a:pt x="32417" y="337357"/>
                  </a:lnTo>
                  <a:lnTo>
                    <a:pt x="49889" y="296036"/>
                  </a:lnTo>
                  <a:lnTo>
                    <a:pt x="70744" y="256634"/>
                  </a:lnTo>
                  <a:lnTo>
                    <a:pt x="94796" y="219333"/>
                  </a:lnTo>
                  <a:lnTo>
                    <a:pt x="121864" y="184316"/>
                  </a:lnTo>
                  <a:lnTo>
                    <a:pt x="151765" y="151765"/>
                  </a:lnTo>
                  <a:lnTo>
                    <a:pt x="184316" y="121864"/>
                  </a:lnTo>
                  <a:lnTo>
                    <a:pt x="219333" y="94796"/>
                  </a:lnTo>
                  <a:lnTo>
                    <a:pt x="256634" y="70744"/>
                  </a:lnTo>
                  <a:lnTo>
                    <a:pt x="296036" y="49889"/>
                  </a:lnTo>
                  <a:lnTo>
                    <a:pt x="337357" y="32417"/>
                  </a:lnTo>
                  <a:lnTo>
                    <a:pt x="380412" y="18509"/>
                  </a:lnTo>
                  <a:lnTo>
                    <a:pt x="425020" y="8348"/>
                  </a:lnTo>
                  <a:lnTo>
                    <a:pt x="470996" y="2117"/>
                  </a:lnTo>
                  <a:lnTo>
                    <a:pt x="518160" y="0"/>
                  </a:lnTo>
                  <a:lnTo>
                    <a:pt x="565323" y="2117"/>
                  </a:lnTo>
                  <a:lnTo>
                    <a:pt x="611299" y="8348"/>
                  </a:lnTo>
                  <a:lnTo>
                    <a:pt x="655907" y="18509"/>
                  </a:lnTo>
                  <a:lnTo>
                    <a:pt x="698962" y="32417"/>
                  </a:lnTo>
                  <a:lnTo>
                    <a:pt x="740283" y="49889"/>
                  </a:lnTo>
                  <a:lnTo>
                    <a:pt x="779685" y="70744"/>
                  </a:lnTo>
                  <a:lnTo>
                    <a:pt x="816986" y="94796"/>
                  </a:lnTo>
                  <a:lnTo>
                    <a:pt x="852003" y="121864"/>
                  </a:lnTo>
                  <a:lnTo>
                    <a:pt x="884554" y="151765"/>
                  </a:lnTo>
                  <a:lnTo>
                    <a:pt x="914455" y="184316"/>
                  </a:lnTo>
                  <a:lnTo>
                    <a:pt x="941523" y="219333"/>
                  </a:lnTo>
                  <a:lnTo>
                    <a:pt x="965575" y="256634"/>
                  </a:lnTo>
                  <a:lnTo>
                    <a:pt x="986429" y="296036"/>
                  </a:lnTo>
                  <a:lnTo>
                    <a:pt x="1003902" y="337357"/>
                  </a:lnTo>
                  <a:lnTo>
                    <a:pt x="1017810" y="380412"/>
                  </a:lnTo>
                  <a:lnTo>
                    <a:pt x="1027971" y="425019"/>
                  </a:lnTo>
                  <a:lnTo>
                    <a:pt x="1034202" y="470996"/>
                  </a:lnTo>
                  <a:lnTo>
                    <a:pt x="1036319" y="518159"/>
                  </a:lnTo>
                  <a:lnTo>
                    <a:pt x="1034202" y="565323"/>
                  </a:lnTo>
                  <a:lnTo>
                    <a:pt x="1027971" y="611299"/>
                  </a:lnTo>
                  <a:lnTo>
                    <a:pt x="1017810" y="655907"/>
                  </a:lnTo>
                  <a:lnTo>
                    <a:pt x="1003902" y="698962"/>
                  </a:lnTo>
                  <a:lnTo>
                    <a:pt x="986429" y="740283"/>
                  </a:lnTo>
                  <a:lnTo>
                    <a:pt x="965575" y="779685"/>
                  </a:lnTo>
                  <a:lnTo>
                    <a:pt x="941523" y="816986"/>
                  </a:lnTo>
                  <a:lnTo>
                    <a:pt x="914455" y="852003"/>
                  </a:lnTo>
                  <a:lnTo>
                    <a:pt x="884554" y="884554"/>
                  </a:lnTo>
                  <a:lnTo>
                    <a:pt x="852003" y="914455"/>
                  </a:lnTo>
                  <a:lnTo>
                    <a:pt x="816986" y="941523"/>
                  </a:lnTo>
                  <a:lnTo>
                    <a:pt x="779685" y="965576"/>
                  </a:lnTo>
                  <a:lnTo>
                    <a:pt x="740283" y="986430"/>
                  </a:lnTo>
                  <a:lnTo>
                    <a:pt x="698962" y="1003902"/>
                  </a:lnTo>
                  <a:lnTo>
                    <a:pt x="655907" y="1017810"/>
                  </a:lnTo>
                  <a:lnTo>
                    <a:pt x="611299" y="1027971"/>
                  </a:lnTo>
                  <a:lnTo>
                    <a:pt x="565323" y="1034202"/>
                  </a:lnTo>
                  <a:lnTo>
                    <a:pt x="518160" y="103632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600" y="5880100"/>
              <a:ext cx="495300" cy="4953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06500" y="6851009"/>
            <a:ext cx="2725420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90" b="1">
                <a:solidFill>
                  <a:srgbClr val="F5F6FA"/>
                </a:solidFill>
                <a:latin typeface="Arial"/>
                <a:cs typeface="Arial"/>
              </a:rPr>
              <a:t>NLTK</a:t>
            </a:r>
            <a:r>
              <a:rPr dirty="0" sz="1850" spc="-90" b="1">
                <a:solidFill>
                  <a:srgbClr val="F5F6FA"/>
                </a:solidFill>
                <a:latin typeface="Roboto Cn"/>
                <a:cs typeface="Roboto Cn"/>
              </a:rPr>
              <a:t>,</a:t>
            </a:r>
            <a:r>
              <a:rPr dirty="0" sz="1850" spc="25" b="1">
                <a:solidFill>
                  <a:srgbClr val="F5F6FA"/>
                </a:solidFill>
                <a:latin typeface="Roboto Cn"/>
                <a:cs typeface="Roboto Cn"/>
              </a:rPr>
              <a:t> </a:t>
            </a:r>
            <a:r>
              <a:rPr dirty="0" sz="2000" spc="-70" b="1">
                <a:solidFill>
                  <a:srgbClr val="F5F6FA"/>
                </a:solidFill>
                <a:latin typeface="Arial"/>
                <a:cs typeface="Arial"/>
              </a:rPr>
              <a:t>TF</a:t>
            </a:r>
            <a:r>
              <a:rPr dirty="0" sz="1850" spc="-70" b="1">
                <a:solidFill>
                  <a:srgbClr val="F5F6FA"/>
                </a:solidFill>
                <a:latin typeface="Roboto Cn"/>
                <a:cs typeface="Roboto Cn"/>
              </a:rPr>
              <a:t>-</a:t>
            </a:r>
            <a:r>
              <a:rPr dirty="0" sz="2000" spc="-100" b="1">
                <a:solidFill>
                  <a:srgbClr val="F5F6FA"/>
                </a:solidFill>
                <a:latin typeface="Arial"/>
                <a:cs typeface="Arial"/>
              </a:rPr>
              <a:t>IDF</a:t>
            </a:r>
            <a:r>
              <a:rPr dirty="0" sz="2000" spc="-11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000" spc="-70" b="1">
                <a:solidFill>
                  <a:srgbClr val="F5F6FA"/>
                </a:solidFill>
                <a:latin typeface="Arial"/>
                <a:cs typeface="Arial"/>
              </a:rPr>
              <a:t>Vec</a:t>
            </a:r>
            <a:r>
              <a:rPr dirty="0" sz="2050" spc="-70" b="1">
                <a:solidFill>
                  <a:srgbClr val="F5F6FA"/>
                </a:solidFill>
                <a:latin typeface="Arial"/>
                <a:cs typeface="Arial"/>
              </a:rPr>
              <a:t>toriz</a:t>
            </a:r>
            <a:r>
              <a:rPr dirty="0" sz="2000" spc="-70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050" spc="-70" b="1">
                <a:solidFill>
                  <a:srgbClr val="F5F6FA"/>
                </a:solidFill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06500" y="7330503"/>
            <a:ext cx="240601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85">
                <a:solidFill>
                  <a:srgbClr val="8FA2BE"/>
                </a:solidFill>
                <a:latin typeface="Arial MT"/>
                <a:cs typeface="Arial MT"/>
              </a:rPr>
              <a:t>Natural</a:t>
            </a:r>
            <a:r>
              <a:rPr dirty="0" sz="1550" spc="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75">
                <a:solidFill>
                  <a:srgbClr val="8FA2BE"/>
                </a:solidFill>
                <a:latin typeface="Arial MT"/>
                <a:cs typeface="Arial MT"/>
              </a:rPr>
              <a:t>Language</a:t>
            </a:r>
            <a:r>
              <a:rPr dirty="0" sz="1550" spc="-114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8FA2BE"/>
                </a:solidFill>
                <a:latin typeface="Arial MT"/>
                <a:cs typeface="Arial MT"/>
              </a:rPr>
              <a:t>Processing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852248" y="5242640"/>
            <a:ext cx="4816475" cy="2560320"/>
            <a:chOff x="5852248" y="5242640"/>
            <a:chExt cx="4816475" cy="2560320"/>
          </a:xfrm>
        </p:grpSpPr>
        <p:sp>
          <p:nvSpPr>
            <p:cNvPr id="29" name="object 29"/>
            <p:cNvSpPr/>
            <p:nvPr/>
          </p:nvSpPr>
          <p:spPr>
            <a:xfrm>
              <a:off x="5852248" y="5242640"/>
              <a:ext cx="4816475" cy="2560320"/>
            </a:xfrm>
            <a:custGeom>
              <a:avLst/>
              <a:gdLst/>
              <a:ahLst/>
              <a:cxnLst/>
              <a:rect l="l" t="t" r="r" b="b"/>
              <a:pathLst>
                <a:path w="4816475" h="2560320">
                  <a:moveTo>
                    <a:pt x="4669663" y="2560320"/>
                  </a:moveTo>
                  <a:lnTo>
                    <a:pt x="146303" y="2560320"/>
                  </a:lnTo>
                  <a:lnTo>
                    <a:pt x="100060" y="2552867"/>
                  </a:lnTo>
                  <a:lnTo>
                    <a:pt x="59898" y="2532116"/>
                  </a:lnTo>
                  <a:lnTo>
                    <a:pt x="28228" y="2500473"/>
                  </a:lnTo>
                  <a:lnTo>
                    <a:pt x="7458" y="2460346"/>
                  </a:lnTo>
                  <a:lnTo>
                    <a:pt x="0" y="2414142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3" y="0"/>
                  </a:lnTo>
                  <a:lnTo>
                    <a:pt x="4669663" y="0"/>
                  </a:lnTo>
                  <a:lnTo>
                    <a:pt x="4715906" y="7458"/>
                  </a:lnTo>
                  <a:lnTo>
                    <a:pt x="4756067" y="28228"/>
                  </a:lnTo>
                  <a:lnTo>
                    <a:pt x="4787738" y="59898"/>
                  </a:lnTo>
                  <a:lnTo>
                    <a:pt x="4808507" y="100060"/>
                  </a:lnTo>
                  <a:lnTo>
                    <a:pt x="4815966" y="146303"/>
                  </a:lnTo>
                  <a:lnTo>
                    <a:pt x="4815966" y="2414142"/>
                  </a:lnTo>
                  <a:lnTo>
                    <a:pt x="4808507" y="2460346"/>
                  </a:lnTo>
                  <a:lnTo>
                    <a:pt x="4787738" y="2500473"/>
                  </a:lnTo>
                  <a:lnTo>
                    <a:pt x="4756067" y="2532116"/>
                  </a:lnTo>
                  <a:lnTo>
                    <a:pt x="4715906" y="2552867"/>
                  </a:lnTo>
                  <a:lnTo>
                    <a:pt x="4669663" y="25603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218014" y="5608405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20" h="1036320">
                  <a:moveTo>
                    <a:pt x="518160" y="1036320"/>
                  </a:moveTo>
                  <a:lnTo>
                    <a:pt x="470997" y="1034202"/>
                  </a:lnTo>
                  <a:lnTo>
                    <a:pt x="425020" y="1027971"/>
                  </a:lnTo>
                  <a:lnTo>
                    <a:pt x="380412" y="1017810"/>
                  </a:lnTo>
                  <a:lnTo>
                    <a:pt x="337357" y="1003902"/>
                  </a:lnTo>
                  <a:lnTo>
                    <a:pt x="296037" y="986430"/>
                  </a:lnTo>
                  <a:lnTo>
                    <a:pt x="256634" y="965576"/>
                  </a:lnTo>
                  <a:lnTo>
                    <a:pt x="219333" y="941523"/>
                  </a:lnTo>
                  <a:lnTo>
                    <a:pt x="184316" y="914455"/>
                  </a:lnTo>
                  <a:lnTo>
                    <a:pt x="151765" y="884554"/>
                  </a:lnTo>
                  <a:lnTo>
                    <a:pt x="121864" y="852003"/>
                  </a:lnTo>
                  <a:lnTo>
                    <a:pt x="94796" y="816986"/>
                  </a:lnTo>
                  <a:lnTo>
                    <a:pt x="70744" y="779685"/>
                  </a:lnTo>
                  <a:lnTo>
                    <a:pt x="49890" y="740283"/>
                  </a:lnTo>
                  <a:lnTo>
                    <a:pt x="32417" y="698962"/>
                  </a:lnTo>
                  <a:lnTo>
                    <a:pt x="18509" y="655907"/>
                  </a:lnTo>
                  <a:lnTo>
                    <a:pt x="8348" y="611299"/>
                  </a:lnTo>
                  <a:lnTo>
                    <a:pt x="2117" y="565323"/>
                  </a:lnTo>
                  <a:lnTo>
                    <a:pt x="0" y="518159"/>
                  </a:lnTo>
                  <a:lnTo>
                    <a:pt x="2117" y="470996"/>
                  </a:lnTo>
                  <a:lnTo>
                    <a:pt x="8348" y="425019"/>
                  </a:lnTo>
                  <a:lnTo>
                    <a:pt x="18509" y="380412"/>
                  </a:lnTo>
                  <a:lnTo>
                    <a:pt x="32417" y="337357"/>
                  </a:lnTo>
                  <a:lnTo>
                    <a:pt x="49890" y="296036"/>
                  </a:lnTo>
                  <a:lnTo>
                    <a:pt x="70744" y="256634"/>
                  </a:lnTo>
                  <a:lnTo>
                    <a:pt x="94796" y="219333"/>
                  </a:lnTo>
                  <a:lnTo>
                    <a:pt x="121864" y="184316"/>
                  </a:lnTo>
                  <a:lnTo>
                    <a:pt x="151765" y="151765"/>
                  </a:lnTo>
                  <a:lnTo>
                    <a:pt x="184316" y="121864"/>
                  </a:lnTo>
                  <a:lnTo>
                    <a:pt x="219333" y="94796"/>
                  </a:lnTo>
                  <a:lnTo>
                    <a:pt x="256634" y="70744"/>
                  </a:lnTo>
                  <a:lnTo>
                    <a:pt x="296037" y="49889"/>
                  </a:lnTo>
                  <a:lnTo>
                    <a:pt x="337357" y="32417"/>
                  </a:lnTo>
                  <a:lnTo>
                    <a:pt x="380412" y="18509"/>
                  </a:lnTo>
                  <a:lnTo>
                    <a:pt x="425020" y="8348"/>
                  </a:lnTo>
                  <a:lnTo>
                    <a:pt x="470997" y="2117"/>
                  </a:lnTo>
                  <a:lnTo>
                    <a:pt x="518160" y="0"/>
                  </a:lnTo>
                  <a:lnTo>
                    <a:pt x="565323" y="2117"/>
                  </a:lnTo>
                  <a:lnTo>
                    <a:pt x="611300" y="8348"/>
                  </a:lnTo>
                  <a:lnTo>
                    <a:pt x="655907" y="18509"/>
                  </a:lnTo>
                  <a:lnTo>
                    <a:pt x="698962" y="32417"/>
                  </a:lnTo>
                  <a:lnTo>
                    <a:pt x="740283" y="49889"/>
                  </a:lnTo>
                  <a:lnTo>
                    <a:pt x="779685" y="70744"/>
                  </a:lnTo>
                  <a:lnTo>
                    <a:pt x="816986" y="94796"/>
                  </a:lnTo>
                  <a:lnTo>
                    <a:pt x="852004" y="121864"/>
                  </a:lnTo>
                  <a:lnTo>
                    <a:pt x="884554" y="151765"/>
                  </a:lnTo>
                  <a:lnTo>
                    <a:pt x="914455" y="184316"/>
                  </a:lnTo>
                  <a:lnTo>
                    <a:pt x="941523" y="219333"/>
                  </a:lnTo>
                  <a:lnTo>
                    <a:pt x="965576" y="256634"/>
                  </a:lnTo>
                  <a:lnTo>
                    <a:pt x="986430" y="296036"/>
                  </a:lnTo>
                  <a:lnTo>
                    <a:pt x="1003902" y="337357"/>
                  </a:lnTo>
                  <a:lnTo>
                    <a:pt x="1017810" y="380412"/>
                  </a:lnTo>
                  <a:lnTo>
                    <a:pt x="1027971" y="425019"/>
                  </a:lnTo>
                  <a:lnTo>
                    <a:pt x="1034202" y="470996"/>
                  </a:lnTo>
                  <a:lnTo>
                    <a:pt x="1036320" y="518159"/>
                  </a:lnTo>
                  <a:lnTo>
                    <a:pt x="1034202" y="565323"/>
                  </a:lnTo>
                  <a:lnTo>
                    <a:pt x="1027971" y="611299"/>
                  </a:lnTo>
                  <a:lnTo>
                    <a:pt x="1017810" y="655907"/>
                  </a:lnTo>
                  <a:lnTo>
                    <a:pt x="1003902" y="698962"/>
                  </a:lnTo>
                  <a:lnTo>
                    <a:pt x="986430" y="740283"/>
                  </a:lnTo>
                  <a:lnTo>
                    <a:pt x="965576" y="779685"/>
                  </a:lnTo>
                  <a:lnTo>
                    <a:pt x="941523" y="816986"/>
                  </a:lnTo>
                  <a:lnTo>
                    <a:pt x="914455" y="852003"/>
                  </a:lnTo>
                  <a:lnTo>
                    <a:pt x="884554" y="884554"/>
                  </a:lnTo>
                  <a:lnTo>
                    <a:pt x="852004" y="914455"/>
                  </a:lnTo>
                  <a:lnTo>
                    <a:pt x="816986" y="941523"/>
                  </a:lnTo>
                  <a:lnTo>
                    <a:pt x="779685" y="965576"/>
                  </a:lnTo>
                  <a:lnTo>
                    <a:pt x="740283" y="986430"/>
                  </a:lnTo>
                  <a:lnTo>
                    <a:pt x="698962" y="1003902"/>
                  </a:lnTo>
                  <a:lnTo>
                    <a:pt x="655907" y="1017810"/>
                  </a:lnTo>
                  <a:lnTo>
                    <a:pt x="611300" y="1027971"/>
                  </a:lnTo>
                  <a:lnTo>
                    <a:pt x="565323" y="1034202"/>
                  </a:lnTo>
                  <a:lnTo>
                    <a:pt x="518160" y="103632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9699" y="5880100"/>
              <a:ext cx="495300" cy="4953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324600" y="6851009"/>
            <a:ext cx="2187575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20" b="1">
                <a:solidFill>
                  <a:srgbClr val="F5F6FA"/>
                </a:solidFill>
                <a:latin typeface="Arial"/>
                <a:cs typeface="Arial"/>
              </a:rPr>
              <a:t>L</a:t>
            </a:r>
            <a:r>
              <a:rPr dirty="0" sz="2050" spc="-120" b="1">
                <a:solidFill>
                  <a:srgbClr val="F5F6FA"/>
                </a:solidFill>
                <a:latin typeface="Arial"/>
                <a:cs typeface="Arial"/>
              </a:rPr>
              <a:t>ogisti</a:t>
            </a:r>
            <a:r>
              <a:rPr dirty="0" sz="2000" spc="-120" b="1">
                <a:solidFill>
                  <a:srgbClr val="F5F6FA"/>
                </a:solidFill>
                <a:latin typeface="Arial"/>
                <a:cs typeface="Arial"/>
              </a:rPr>
              <a:t>c</a:t>
            </a:r>
            <a:r>
              <a:rPr dirty="0" sz="2000" spc="-18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000" spc="-130" b="1">
                <a:solidFill>
                  <a:srgbClr val="F5F6FA"/>
                </a:solidFill>
                <a:latin typeface="Arial"/>
                <a:cs typeface="Arial"/>
              </a:rPr>
              <a:t>Re</a:t>
            </a:r>
            <a:r>
              <a:rPr dirty="0" sz="2050" spc="-130" b="1">
                <a:solidFill>
                  <a:srgbClr val="F5F6FA"/>
                </a:solidFill>
                <a:latin typeface="Arial"/>
                <a:cs typeface="Arial"/>
              </a:rPr>
              <a:t>gr</a:t>
            </a:r>
            <a:r>
              <a:rPr dirty="0" sz="2000" spc="-130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050" spc="-130" b="1">
                <a:solidFill>
                  <a:srgbClr val="F5F6FA"/>
                </a:solidFill>
                <a:latin typeface="Arial"/>
                <a:cs typeface="Arial"/>
              </a:rPr>
              <a:t>ssion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24600" y="7330503"/>
            <a:ext cx="211201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14">
                <a:solidFill>
                  <a:srgbClr val="8FA2BE"/>
                </a:solidFill>
                <a:latin typeface="Arial MT"/>
                <a:cs typeface="Arial MT"/>
              </a:rPr>
              <a:t>Email</a:t>
            </a:r>
            <a:r>
              <a:rPr dirty="0" sz="1550" spc="1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70">
                <a:solidFill>
                  <a:srgbClr val="8FA2BE"/>
                </a:solidFill>
                <a:latin typeface="Arial MT"/>
                <a:cs typeface="Arial MT"/>
              </a:rPr>
              <a:t>Classification</a:t>
            </a:r>
            <a:r>
              <a:rPr dirty="0" sz="1550" spc="-10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8FA2BE"/>
                </a:solidFill>
                <a:latin typeface="Arial MT"/>
                <a:cs typeface="Arial MT"/>
              </a:rPr>
              <a:t>Model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0972966" y="5242640"/>
            <a:ext cx="4816475" cy="2560320"/>
            <a:chOff x="10972966" y="5242640"/>
            <a:chExt cx="4816475" cy="2560320"/>
          </a:xfrm>
        </p:grpSpPr>
        <p:sp>
          <p:nvSpPr>
            <p:cNvPr id="35" name="object 35"/>
            <p:cNvSpPr/>
            <p:nvPr/>
          </p:nvSpPr>
          <p:spPr>
            <a:xfrm>
              <a:off x="10972966" y="5242640"/>
              <a:ext cx="4816475" cy="2560320"/>
            </a:xfrm>
            <a:custGeom>
              <a:avLst/>
              <a:gdLst/>
              <a:ahLst/>
              <a:cxnLst/>
              <a:rect l="l" t="t" r="r" b="b"/>
              <a:pathLst>
                <a:path w="4816475" h="2560320">
                  <a:moveTo>
                    <a:pt x="4669663" y="2560320"/>
                  </a:moveTo>
                  <a:lnTo>
                    <a:pt x="146304" y="2560320"/>
                  </a:lnTo>
                  <a:lnTo>
                    <a:pt x="100060" y="2552867"/>
                  </a:lnTo>
                  <a:lnTo>
                    <a:pt x="59899" y="2532116"/>
                  </a:lnTo>
                  <a:lnTo>
                    <a:pt x="28228" y="2500473"/>
                  </a:lnTo>
                  <a:lnTo>
                    <a:pt x="7458" y="2460346"/>
                  </a:lnTo>
                  <a:lnTo>
                    <a:pt x="0" y="2414142"/>
                  </a:lnTo>
                  <a:lnTo>
                    <a:pt x="0" y="146303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9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4669663" y="0"/>
                  </a:lnTo>
                  <a:lnTo>
                    <a:pt x="4715906" y="7458"/>
                  </a:lnTo>
                  <a:lnTo>
                    <a:pt x="4756068" y="28228"/>
                  </a:lnTo>
                  <a:lnTo>
                    <a:pt x="4787738" y="59898"/>
                  </a:lnTo>
                  <a:lnTo>
                    <a:pt x="4808508" y="100060"/>
                  </a:lnTo>
                  <a:lnTo>
                    <a:pt x="4815967" y="146303"/>
                  </a:lnTo>
                  <a:lnTo>
                    <a:pt x="4815967" y="2414142"/>
                  </a:lnTo>
                  <a:lnTo>
                    <a:pt x="4808508" y="2460346"/>
                  </a:lnTo>
                  <a:lnTo>
                    <a:pt x="4787738" y="2500473"/>
                  </a:lnTo>
                  <a:lnTo>
                    <a:pt x="4756068" y="2532116"/>
                  </a:lnTo>
                  <a:lnTo>
                    <a:pt x="4715906" y="2552867"/>
                  </a:lnTo>
                  <a:lnTo>
                    <a:pt x="4669663" y="25603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1338732" y="5608405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20" h="1036320">
                  <a:moveTo>
                    <a:pt x="518159" y="1036320"/>
                  </a:moveTo>
                  <a:lnTo>
                    <a:pt x="470996" y="1034202"/>
                  </a:lnTo>
                  <a:lnTo>
                    <a:pt x="425019" y="1027971"/>
                  </a:lnTo>
                  <a:lnTo>
                    <a:pt x="380412" y="1017810"/>
                  </a:lnTo>
                  <a:lnTo>
                    <a:pt x="337357" y="1003902"/>
                  </a:lnTo>
                  <a:lnTo>
                    <a:pt x="296036" y="986430"/>
                  </a:lnTo>
                  <a:lnTo>
                    <a:pt x="256634" y="965576"/>
                  </a:lnTo>
                  <a:lnTo>
                    <a:pt x="219333" y="941523"/>
                  </a:lnTo>
                  <a:lnTo>
                    <a:pt x="184316" y="914455"/>
                  </a:lnTo>
                  <a:lnTo>
                    <a:pt x="151765" y="884554"/>
                  </a:lnTo>
                  <a:lnTo>
                    <a:pt x="121864" y="852003"/>
                  </a:lnTo>
                  <a:lnTo>
                    <a:pt x="94796" y="816986"/>
                  </a:lnTo>
                  <a:lnTo>
                    <a:pt x="70744" y="779685"/>
                  </a:lnTo>
                  <a:lnTo>
                    <a:pt x="49889" y="740283"/>
                  </a:lnTo>
                  <a:lnTo>
                    <a:pt x="32417" y="698962"/>
                  </a:lnTo>
                  <a:lnTo>
                    <a:pt x="18509" y="655907"/>
                  </a:lnTo>
                  <a:lnTo>
                    <a:pt x="8348" y="611299"/>
                  </a:lnTo>
                  <a:lnTo>
                    <a:pt x="2117" y="565323"/>
                  </a:lnTo>
                  <a:lnTo>
                    <a:pt x="0" y="518159"/>
                  </a:lnTo>
                  <a:lnTo>
                    <a:pt x="2117" y="470996"/>
                  </a:lnTo>
                  <a:lnTo>
                    <a:pt x="8348" y="425019"/>
                  </a:lnTo>
                  <a:lnTo>
                    <a:pt x="18509" y="380412"/>
                  </a:lnTo>
                  <a:lnTo>
                    <a:pt x="32417" y="337357"/>
                  </a:lnTo>
                  <a:lnTo>
                    <a:pt x="49889" y="296036"/>
                  </a:lnTo>
                  <a:lnTo>
                    <a:pt x="70744" y="256634"/>
                  </a:lnTo>
                  <a:lnTo>
                    <a:pt x="94796" y="219333"/>
                  </a:lnTo>
                  <a:lnTo>
                    <a:pt x="121864" y="184316"/>
                  </a:lnTo>
                  <a:lnTo>
                    <a:pt x="151765" y="151765"/>
                  </a:lnTo>
                  <a:lnTo>
                    <a:pt x="184316" y="121864"/>
                  </a:lnTo>
                  <a:lnTo>
                    <a:pt x="219333" y="94796"/>
                  </a:lnTo>
                  <a:lnTo>
                    <a:pt x="256634" y="70744"/>
                  </a:lnTo>
                  <a:lnTo>
                    <a:pt x="296036" y="49889"/>
                  </a:lnTo>
                  <a:lnTo>
                    <a:pt x="337357" y="32417"/>
                  </a:lnTo>
                  <a:lnTo>
                    <a:pt x="380412" y="18509"/>
                  </a:lnTo>
                  <a:lnTo>
                    <a:pt x="425019" y="8348"/>
                  </a:lnTo>
                  <a:lnTo>
                    <a:pt x="470996" y="2117"/>
                  </a:lnTo>
                  <a:lnTo>
                    <a:pt x="518159" y="0"/>
                  </a:lnTo>
                  <a:lnTo>
                    <a:pt x="565322" y="2117"/>
                  </a:lnTo>
                  <a:lnTo>
                    <a:pt x="611299" y="8348"/>
                  </a:lnTo>
                  <a:lnTo>
                    <a:pt x="655907" y="18509"/>
                  </a:lnTo>
                  <a:lnTo>
                    <a:pt x="698962" y="32417"/>
                  </a:lnTo>
                  <a:lnTo>
                    <a:pt x="740282" y="49889"/>
                  </a:lnTo>
                  <a:lnTo>
                    <a:pt x="779684" y="70744"/>
                  </a:lnTo>
                  <a:lnTo>
                    <a:pt x="816986" y="94796"/>
                  </a:lnTo>
                  <a:lnTo>
                    <a:pt x="852003" y="121864"/>
                  </a:lnTo>
                  <a:lnTo>
                    <a:pt x="884554" y="151765"/>
                  </a:lnTo>
                  <a:lnTo>
                    <a:pt x="914454" y="184316"/>
                  </a:lnTo>
                  <a:lnTo>
                    <a:pt x="941523" y="219333"/>
                  </a:lnTo>
                  <a:lnTo>
                    <a:pt x="965575" y="256634"/>
                  </a:lnTo>
                  <a:lnTo>
                    <a:pt x="986429" y="296036"/>
                  </a:lnTo>
                  <a:lnTo>
                    <a:pt x="1003902" y="337357"/>
                  </a:lnTo>
                  <a:lnTo>
                    <a:pt x="1017810" y="380412"/>
                  </a:lnTo>
                  <a:lnTo>
                    <a:pt x="1027971" y="425019"/>
                  </a:lnTo>
                  <a:lnTo>
                    <a:pt x="1034202" y="470996"/>
                  </a:lnTo>
                  <a:lnTo>
                    <a:pt x="1036319" y="518159"/>
                  </a:lnTo>
                  <a:lnTo>
                    <a:pt x="1034202" y="565323"/>
                  </a:lnTo>
                  <a:lnTo>
                    <a:pt x="1027971" y="611299"/>
                  </a:lnTo>
                  <a:lnTo>
                    <a:pt x="1017810" y="655907"/>
                  </a:lnTo>
                  <a:lnTo>
                    <a:pt x="1003902" y="698962"/>
                  </a:lnTo>
                  <a:lnTo>
                    <a:pt x="986429" y="740283"/>
                  </a:lnTo>
                  <a:lnTo>
                    <a:pt x="965575" y="779685"/>
                  </a:lnTo>
                  <a:lnTo>
                    <a:pt x="941523" y="816986"/>
                  </a:lnTo>
                  <a:lnTo>
                    <a:pt x="914454" y="852003"/>
                  </a:lnTo>
                  <a:lnTo>
                    <a:pt x="884554" y="884554"/>
                  </a:lnTo>
                  <a:lnTo>
                    <a:pt x="852003" y="914455"/>
                  </a:lnTo>
                  <a:lnTo>
                    <a:pt x="816986" y="941523"/>
                  </a:lnTo>
                  <a:lnTo>
                    <a:pt x="779684" y="965576"/>
                  </a:lnTo>
                  <a:lnTo>
                    <a:pt x="740282" y="986430"/>
                  </a:lnTo>
                  <a:lnTo>
                    <a:pt x="698962" y="1003902"/>
                  </a:lnTo>
                  <a:lnTo>
                    <a:pt x="655907" y="1017810"/>
                  </a:lnTo>
                  <a:lnTo>
                    <a:pt x="611299" y="1027971"/>
                  </a:lnTo>
                  <a:lnTo>
                    <a:pt x="565322" y="1034202"/>
                  </a:lnTo>
                  <a:lnTo>
                    <a:pt x="518159" y="103632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07800" y="5880100"/>
              <a:ext cx="495300" cy="49530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1442700" y="6851009"/>
            <a:ext cx="1734820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5" b="1">
                <a:solidFill>
                  <a:srgbClr val="F5F6FA"/>
                </a:solidFill>
                <a:latin typeface="Arial"/>
                <a:cs typeface="Arial"/>
              </a:rPr>
              <a:t>REST</a:t>
            </a:r>
            <a:r>
              <a:rPr dirty="0" sz="2000" spc="-21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000" spc="-145" b="1">
                <a:solidFill>
                  <a:srgbClr val="F5F6FA"/>
                </a:solidFill>
                <a:latin typeface="Arial"/>
                <a:cs typeface="Arial"/>
              </a:rPr>
              <a:t>API</a:t>
            </a:r>
            <a:r>
              <a:rPr dirty="0" sz="2000" spc="-6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000" spc="-75" b="1">
                <a:solidFill>
                  <a:srgbClr val="F5F6FA"/>
                </a:solidFill>
                <a:latin typeface="Arial"/>
                <a:cs typeface="Arial"/>
              </a:rPr>
              <a:t>La</a:t>
            </a:r>
            <a:r>
              <a:rPr dirty="0" sz="2050" spc="-75" b="1">
                <a:solidFill>
                  <a:srgbClr val="F5F6FA"/>
                </a:solidFill>
                <a:latin typeface="Arial"/>
                <a:cs typeface="Arial"/>
              </a:rPr>
              <a:t>y</a:t>
            </a:r>
            <a:r>
              <a:rPr dirty="0" sz="2000" spc="-75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050" spc="-75" b="1">
                <a:solidFill>
                  <a:srgbClr val="F5F6FA"/>
                </a:solidFill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11442700" y="7330503"/>
            <a:ext cx="239966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0">
                <a:solidFill>
                  <a:srgbClr val="8FA2BE"/>
                </a:solidFill>
                <a:latin typeface="Arial MT"/>
                <a:cs typeface="Arial MT"/>
              </a:rPr>
              <a:t>Real-</a:t>
            </a:r>
            <a:r>
              <a:rPr dirty="0" sz="1550" spc="-35">
                <a:solidFill>
                  <a:srgbClr val="8FA2BE"/>
                </a:solidFill>
                <a:latin typeface="Arial MT"/>
                <a:cs typeface="Arial MT"/>
              </a:rPr>
              <a:t>time</a:t>
            </a:r>
            <a:r>
              <a:rPr dirty="0" sz="1550" spc="-9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8FA2BE"/>
                </a:solidFill>
                <a:latin typeface="Arial MT"/>
                <a:cs typeface="Arial MT"/>
              </a:rPr>
              <a:t>prediction</a:t>
            </a:r>
            <a:r>
              <a:rPr dirty="0" sz="1550" spc="-5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8FA2BE"/>
                </a:solidFill>
                <a:latin typeface="Arial MT"/>
                <a:cs typeface="Arial MT"/>
              </a:rPr>
              <a:t>endpoint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202692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150" b="1">
                <a:solidFill>
                  <a:srgbClr val="00D9FF"/>
                </a:solidFill>
                <a:latin typeface="Arial"/>
                <a:cs typeface="Arial"/>
              </a:rPr>
              <a:t>DATA</a:t>
            </a:r>
            <a:r>
              <a:rPr dirty="0" sz="1800" spc="37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PI</a:t>
            </a:r>
            <a:r>
              <a:rPr dirty="0" sz="1800" spc="-9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00D9FF"/>
                </a:solidFill>
                <a:latin typeface="Arial"/>
                <a:cs typeface="Arial"/>
              </a:rPr>
              <a:t>PE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00D9FF"/>
                </a:solidFill>
                <a:latin typeface="Arial"/>
                <a:cs typeface="Arial"/>
              </a:rPr>
              <a:t>L</a:t>
            </a:r>
            <a:r>
              <a:rPr dirty="0" sz="1800" spc="-26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9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00D9FF"/>
                </a:solidFill>
                <a:latin typeface="Arial"/>
                <a:cs typeface="Arial"/>
              </a:rPr>
              <a:t>N</a:t>
            </a:r>
            <a:r>
              <a:rPr dirty="0" sz="1800" spc="-229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50"/>
              <a:t>Da</a:t>
            </a:r>
            <a:r>
              <a:rPr dirty="0" spc="-150"/>
              <a:t>t</a:t>
            </a:r>
            <a:r>
              <a:rPr dirty="0" sz="4500" spc="-150"/>
              <a:t>a</a:t>
            </a:r>
            <a:r>
              <a:rPr dirty="0" spc="-150"/>
              <a:t>s</a:t>
            </a:r>
            <a:r>
              <a:rPr dirty="0" sz="4500" spc="-150"/>
              <a:t>e</a:t>
            </a:r>
            <a:r>
              <a:rPr dirty="0" spc="-150"/>
              <a:t>t</a:t>
            </a:r>
            <a:r>
              <a:rPr dirty="0" spc="-380"/>
              <a:t> </a:t>
            </a:r>
            <a:r>
              <a:rPr dirty="0" sz="4500" spc="-180">
                <a:latin typeface="Georgia"/>
                <a:cs typeface="Georgia"/>
              </a:rPr>
              <a:t>&amp;</a:t>
            </a:r>
            <a:r>
              <a:rPr dirty="0" sz="4500" spc="-570">
                <a:latin typeface="Georgia"/>
                <a:cs typeface="Georgia"/>
              </a:rPr>
              <a:t> </a:t>
            </a:r>
            <a:r>
              <a:rPr dirty="0" sz="4500" spc="-270"/>
              <a:t>P</a:t>
            </a:r>
            <a:r>
              <a:rPr dirty="0" spc="-270"/>
              <a:t>r</a:t>
            </a:r>
            <a:r>
              <a:rPr dirty="0" sz="4500" spc="-270"/>
              <a:t>e</a:t>
            </a:r>
            <a:r>
              <a:rPr dirty="0" spc="-270"/>
              <a:t>pro</a:t>
            </a:r>
            <a:r>
              <a:rPr dirty="0" sz="4500" spc="-270"/>
              <a:t>ce</a:t>
            </a:r>
            <a:r>
              <a:rPr dirty="0" spc="-270"/>
              <a:t>ssing</a:t>
            </a:r>
            <a:endParaRPr sz="45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1531" y="2316515"/>
            <a:ext cx="14752955" cy="1158240"/>
            <a:chOff x="731531" y="2316515"/>
            <a:chExt cx="14752955" cy="1158240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14752955" cy="1158240"/>
            </a:xfrm>
            <a:custGeom>
              <a:avLst/>
              <a:gdLst/>
              <a:ahLst/>
              <a:cxnLst/>
              <a:rect l="l" t="t" r="r" b="b"/>
              <a:pathLst>
                <a:path w="14752955" h="1158239">
                  <a:moveTo>
                    <a:pt x="14606269" y="1158240"/>
                  </a:moveTo>
                  <a:lnTo>
                    <a:pt x="146304" y="1158240"/>
                  </a:lnTo>
                  <a:lnTo>
                    <a:pt x="100060" y="1150781"/>
                  </a:lnTo>
                  <a:lnTo>
                    <a:pt x="59898" y="1130011"/>
                  </a:lnTo>
                  <a:lnTo>
                    <a:pt x="28228" y="1098341"/>
                  </a:lnTo>
                  <a:lnTo>
                    <a:pt x="7458" y="1058179"/>
                  </a:lnTo>
                  <a:lnTo>
                    <a:pt x="0" y="1011935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14606269" y="0"/>
                  </a:lnTo>
                  <a:lnTo>
                    <a:pt x="14652512" y="7458"/>
                  </a:lnTo>
                  <a:lnTo>
                    <a:pt x="14692674" y="28228"/>
                  </a:lnTo>
                  <a:lnTo>
                    <a:pt x="14724345" y="59898"/>
                  </a:lnTo>
                  <a:lnTo>
                    <a:pt x="14745114" y="100060"/>
                  </a:lnTo>
                  <a:lnTo>
                    <a:pt x="14752573" y="146304"/>
                  </a:lnTo>
                  <a:lnTo>
                    <a:pt x="14752573" y="1011935"/>
                  </a:lnTo>
                  <a:lnTo>
                    <a:pt x="14745114" y="1058179"/>
                  </a:lnTo>
                  <a:lnTo>
                    <a:pt x="14724345" y="1098341"/>
                  </a:lnTo>
                  <a:lnTo>
                    <a:pt x="14692674" y="1130011"/>
                  </a:lnTo>
                  <a:lnTo>
                    <a:pt x="14652512" y="1150781"/>
                  </a:lnTo>
                  <a:lnTo>
                    <a:pt x="14606269" y="115824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36335" y="2499397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80" h="792479">
                  <a:moveTo>
                    <a:pt x="396239" y="792480"/>
                  </a:moveTo>
                  <a:lnTo>
                    <a:pt x="350030" y="789814"/>
                  </a:lnTo>
                  <a:lnTo>
                    <a:pt x="305385" y="782015"/>
                  </a:lnTo>
                  <a:lnTo>
                    <a:pt x="262604" y="769379"/>
                  </a:lnTo>
                  <a:lnTo>
                    <a:pt x="221983" y="752205"/>
                  </a:lnTo>
                  <a:lnTo>
                    <a:pt x="183820" y="730790"/>
                  </a:lnTo>
                  <a:lnTo>
                    <a:pt x="148412" y="705430"/>
                  </a:lnTo>
                  <a:lnTo>
                    <a:pt x="116055" y="676424"/>
                  </a:lnTo>
                  <a:lnTo>
                    <a:pt x="87049" y="644067"/>
                  </a:lnTo>
                  <a:lnTo>
                    <a:pt x="61689" y="608659"/>
                  </a:lnTo>
                  <a:lnTo>
                    <a:pt x="40274" y="570496"/>
                  </a:lnTo>
                  <a:lnTo>
                    <a:pt x="23100" y="529875"/>
                  </a:lnTo>
                  <a:lnTo>
                    <a:pt x="10464" y="487094"/>
                  </a:lnTo>
                  <a:lnTo>
                    <a:pt x="2665" y="442449"/>
                  </a:lnTo>
                  <a:lnTo>
                    <a:pt x="0" y="396239"/>
                  </a:lnTo>
                  <a:lnTo>
                    <a:pt x="2665" y="350030"/>
                  </a:lnTo>
                  <a:lnTo>
                    <a:pt x="10464" y="305385"/>
                  </a:lnTo>
                  <a:lnTo>
                    <a:pt x="23100" y="262604"/>
                  </a:lnTo>
                  <a:lnTo>
                    <a:pt x="40274" y="221983"/>
                  </a:lnTo>
                  <a:lnTo>
                    <a:pt x="61689" y="183820"/>
                  </a:lnTo>
                  <a:lnTo>
                    <a:pt x="87049" y="148412"/>
                  </a:lnTo>
                  <a:lnTo>
                    <a:pt x="116055" y="116056"/>
                  </a:lnTo>
                  <a:lnTo>
                    <a:pt x="148412" y="87049"/>
                  </a:lnTo>
                  <a:lnTo>
                    <a:pt x="183820" y="61689"/>
                  </a:lnTo>
                  <a:lnTo>
                    <a:pt x="221983" y="40274"/>
                  </a:lnTo>
                  <a:lnTo>
                    <a:pt x="262604" y="23100"/>
                  </a:lnTo>
                  <a:lnTo>
                    <a:pt x="305385" y="10464"/>
                  </a:lnTo>
                  <a:lnTo>
                    <a:pt x="350030" y="2665"/>
                  </a:lnTo>
                  <a:lnTo>
                    <a:pt x="396239" y="0"/>
                  </a:lnTo>
                  <a:lnTo>
                    <a:pt x="442449" y="2665"/>
                  </a:lnTo>
                  <a:lnTo>
                    <a:pt x="487094" y="10464"/>
                  </a:lnTo>
                  <a:lnTo>
                    <a:pt x="529875" y="23100"/>
                  </a:lnTo>
                  <a:lnTo>
                    <a:pt x="570496" y="40274"/>
                  </a:lnTo>
                  <a:lnTo>
                    <a:pt x="608659" y="61689"/>
                  </a:lnTo>
                  <a:lnTo>
                    <a:pt x="644067" y="87049"/>
                  </a:lnTo>
                  <a:lnTo>
                    <a:pt x="676424" y="116056"/>
                  </a:lnTo>
                  <a:lnTo>
                    <a:pt x="705430" y="148412"/>
                  </a:lnTo>
                  <a:lnTo>
                    <a:pt x="730790" y="183820"/>
                  </a:lnTo>
                  <a:lnTo>
                    <a:pt x="752205" y="221983"/>
                  </a:lnTo>
                  <a:lnTo>
                    <a:pt x="769379" y="262604"/>
                  </a:lnTo>
                  <a:lnTo>
                    <a:pt x="782015" y="305385"/>
                  </a:lnTo>
                  <a:lnTo>
                    <a:pt x="789814" y="350030"/>
                  </a:lnTo>
                  <a:lnTo>
                    <a:pt x="792480" y="396239"/>
                  </a:lnTo>
                  <a:lnTo>
                    <a:pt x="789814" y="442449"/>
                  </a:lnTo>
                  <a:lnTo>
                    <a:pt x="782015" y="487094"/>
                  </a:lnTo>
                  <a:lnTo>
                    <a:pt x="769379" y="529875"/>
                  </a:lnTo>
                  <a:lnTo>
                    <a:pt x="752205" y="570496"/>
                  </a:lnTo>
                  <a:lnTo>
                    <a:pt x="730790" y="608659"/>
                  </a:lnTo>
                  <a:lnTo>
                    <a:pt x="705430" y="644067"/>
                  </a:lnTo>
                  <a:lnTo>
                    <a:pt x="676424" y="676424"/>
                  </a:lnTo>
                  <a:lnTo>
                    <a:pt x="644067" y="705430"/>
                  </a:lnTo>
                  <a:lnTo>
                    <a:pt x="608659" y="730790"/>
                  </a:lnTo>
                  <a:lnTo>
                    <a:pt x="570496" y="752205"/>
                  </a:lnTo>
                  <a:lnTo>
                    <a:pt x="529875" y="769379"/>
                  </a:lnTo>
                  <a:lnTo>
                    <a:pt x="487094" y="782015"/>
                  </a:lnTo>
                  <a:lnTo>
                    <a:pt x="442449" y="789814"/>
                  </a:lnTo>
                  <a:lnTo>
                    <a:pt x="396239" y="792480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4600" y="2705100"/>
              <a:ext cx="381000" cy="3810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71700" y="2685409"/>
            <a:ext cx="9204960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00D9FF"/>
                </a:solidFill>
                <a:latin typeface="Arial"/>
                <a:cs typeface="Arial"/>
              </a:rPr>
              <a:t>Da</a:t>
            </a:r>
            <a:r>
              <a:rPr dirty="0" sz="2050" spc="-10" b="1">
                <a:solidFill>
                  <a:srgbClr val="00D9FF"/>
                </a:solidFill>
                <a:latin typeface="Arial"/>
                <a:cs typeface="Arial"/>
              </a:rPr>
              <a:t>t</a:t>
            </a:r>
            <a:r>
              <a:rPr dirty="0" sz="2000" spc="-10" b="1">
                <a:solidFill>
                  <a:srgbClr val="00D9FF"/>
                </a:solidFill>
                <a:latin typeface="Arial"/>
                <a:cs typeface="Arial"/>
              </a:rPr>
              <a:t>a</a:t>
            </a:r>
            <a:r>
              <a:rPr dirty="0" sz="2050" spc="-10" b="1">
                <a:solidFill>
                  <a:srgbClr val="00D9FF"/>
                </a:solidFill>
                <a:latin typeface="Arial"/>
                <a:cs typeface="Arial"/>
              </a:rPr>
              <a:t>s</a:t>
            </a:r>
            <a:r>
              <a:rPr dirty="0" sz="2000" spc="-10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r>
              <a:rPr dirty="0" sz="2050" spc="-10" b="1">
                <a:solidFill>
                  <a:srgbClr val="00D9FF"/>
                </a:solidFill>
                <a:latin typeface="Arial"/>
                <a:cs typeface="Arial"/>
              </a:rPr>
              <a:t>t</a:t>
            </a:r>
            <a:r>
              <a:rPr dirty="0" sz="1850" spc="-10" b="1">
                <a:solidFill>
                  <a:srgbClr val="00D9FF"/>
                </a:solidFill>
                <a:latin typeface="Gadugi"/>
                <a:cs typeface="Gadugi"/>
              </a:rPr>
              <a:t>:</a:t>
            </a:r>
            <a:r>
              <a:rPr dirty="0" sz="1850" spc="395" b="1">
                <a:solidFill>
                  <a:srgbClr val="00D9FF"/>
                </a:solidFill>
                <a:latin typeface="Gadugi"/>
                <a:cs typeface="Gadugi"/>
              </a:rPr>
              <a:t> </a:t>
            </a:r>
            <a:r>
              <a:rPr dirty="0" sz="2000" spc="-95">
                <a:solidFill>
                  <a:srgbClr val="F5F6FA"/>
                </a:solidFill>
                <a:latin typeface="Arial MT"/>
                <a:cs typeface="Arial MT"/>
              </a:rPr>
              <a:t>SpamAssassin</a:t>
            </a:r>
            <a:r>
              <a:rPr dirty="0" sz="2000" spc="-1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F5F6FA"/>
                </a:solidFill>
                <a:latin typeface="Arial MT"/>
                <a:cs typeface="Arial MT"/>
              </a:rPr>
              <a:t>Public</a:t>
            </a:r>
            <a:r>
              <a:rPr dirty="0" sz="2000" spc="-1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65">
                <a:solidFill>
                  <a:srgbClr val="F5F6FA"/>
                </a:solidFill>
                <a:latin typeface="Arial MT"/>
                <a:cs typeface="Arial MT"/>
              </a:rPr>
              <a:t>Corpus</a:t>
            </a:r>
            <a:r>
              <a:rPr dirty="0" sz="2000" spc="-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50" spc="114">
                <a:solidFill>
                  <a:srgbClr val="F5F6FA"/>
                </a:solidFill>
                <a:latin typeface="Arial MT"/>
                <a:cs typeface="Arial MT"/>
              </a:rPr>
              <a:t>—</a:t>
            </a:r>
            <a:r>
              <a:rPr dirty="0" sz="1950" spc="-31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F5F6FA"/>
                </a:solidFill>
                <a:latin typeface="Arial MT"/>
                <a:cs typeface="Arial MT"/>
              </a:rPr>
              <a:t>legitimate</a:t>
            </a:r>
            <a:r>
              <a:rPr dirty="0" sz="2000" spc="-11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950" spc="-60">
                <a:solidFill>
                  <a:srgbClr val="F5F6FA"/>
                </a:solidFill>
                <a:latin typeface="Arial MT"/>
                <a:cs typeface="Arial MT"/>
              </a:rPr>
              <a:t>('</a:t>
            </a:r>
            <a:r>
              <a:rPr dirty="0" sz="2000" spc="-60">
                <a:solidFill>
                  <a:srgbClr val="F5F6FA"/>
                </a:solidFill>
                <a:latin typeface="Arial MT"/>
                <a:cs typeface="Arial MT"/>
              </a:rPr>
              <a:t>Ham</a:t>
            </a:r>
            <a:r>
              <a:rPr dirty="0" sz="1950" spc="-60">
                <a:solidFill>
                  <a:srgbClr val="F5F6FA"/>
                </a:solidFill>
                <a:latin typeface="Arial MT"/>
                <a:cs typeface="Arial MT"/>
              </a:rPr>
              <a:t>')</a:t>
            </a:r>
            <a:r>
              <a:rPr dirty="0" sz="1950" spc="-3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70">
                <a:solidFill>
                  <a:srgbClr val="F5F6FA"/>
                </a:solidFill>
                <a:latin typeface="Arial MT"/>
                <a:cs typeface="Arial MT"/>
              </a:rPr>
              <a:t>and</a:t>
            </a:r>
            <a:r>
              <a:rPr dirty="0" sz="2000" spc="-12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1950" spc="-50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2000" spc="-85">
                <a:solidFill>
                  <a:srgbClr val="F5F6FA"/>
                </a:solidFill>
                <a:latin typeface="Arial MT"/>
                <a:cs typeface="Arial MT"/>
              </a:rPr>
              <a:t>labelled</a:t>
            </a:r>
            <a:r>
              <a:rPr dirty="0" sz="2000" spc="-12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5F6FA"/>
                </a:solidFill>
                <a:latin typeface="Arial MT"/>
                <a:cs typeface="Arial MT"/>
              </a:rPr>
              <a:t>emails</a:t>
            </a:r>
            <a:r>
              <a:rPr dirty="0" sz="19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31" y="3840538"/>
            <a:ext cx="3474720" cy="3108960"/>
            <a:chOff x="731531" y="3840538"/>
            <a:chExt cx="3474720" cy="3108960"/>
          </a:xfrm>
        </p:grpSpPr>
        <p:sp>
          <p:nvSpPr>
            <p:cNvPr id="10" name="object 10"/>
            <p:cNvSpPr/>
            <p:nvPr/>
          </p:nvSpPr>
          <p:spPr>
            <a:xfrm>
              <a:off x="731531" y="3840538"/>
              <a:ext cx="3474720" cy="3108960"/>
            </a:xfrm>
            <a:custGeom>
              <a:avLst/>
              <a:gdLst/>
              <a:ahLst/>
              <a:cxnLst/>
              <a:rect l="l" t="t" r="r" b="b"/>
              <a:pathLst>
                <a:path w="3474720" h="3108959">
                  <a:moveTo>
                    <a:pt x="3328542" y="3108959"/>
                  </a:moveTo>
                  <a:lnTo>
                    <a:pt x="146177" y="3108959"/>
                  </a:lnTo>
                  <a:lnTo>
                    <a:pt x="99973" y="3101507"/>
                  </a:lnTo>
                  <a:lnTo>
                    <a:pt x="59846" y="3080756"/>
                  </a:lnTo>
                  <a:lnTo>
                    <a:pt x="28203" y="3049113"/>
                  </a:lnTo>
                  <a:lnTo>
                    <a:pt x="7452" y="3008986"/>
                  </a:lnTo>
                  <a:lnTo>
                    <a:pt x="0" y="2962782"/>
                  </a:lnTo>
                  <a:lnTo>
                    <a:pt x="0" y="146177"/>
                  </a:lnTo>
                  <a:lnTo>
                    <a:pt x="7452" y="99973"/>
                  </a:lnTo>
                  <a:lnTo>
                    <a:pt x="28203" y="59846"/>
                  </a:lnTo>
                  <a:lnTo>
                    <a:pt x="59846" y="28203"/>
                  </a:lnTo>
                  <a:lnTo>
                    <a:pt x="99973" y="7452"/>
                  </a:lnTo>
                  <a:lnTo>
                    <a:pt x="146177" y="0"/>
                  </a:lnTo>
                  <a:lnTo>
                    <a:pt x="3328542" y="0"/>
                  </a:lnTo>
                  <a:lnTo>
                    <a:pt x="3374746" y="7452"/>
                  </a:lnTo>
                  <a:lnTo>
                    <a:pt x="3414873" y="28203"/>
                  </a:lnTo>
                  <a:lnTo>
                    <a:pt x="3446516" y="59846"/>
                  </a:lnTo>
                  <a:lnTo>
                    <a:pt x="3467267" y="99973"/>
                  </a:lnTo>
                  <a:lnTo>
                    <a:pt x="3474719" y="146177"/>
                  </a:lnTo>
                  <a:lnTo>
                    <a:pt x="3474719" y="2962782"/>
                  </a:lnTo>
                  <a:lnTo>
                    <a:pt x="3467267" y="3008986"/>
                  </a:lnTo>
                  <a:lnTo>
                    <a:pt x="3446516" y="3049113"/>
                  </a:lnTo>
                  <a:lnTo>
                    <a:pt x="3414873" y="3080756"/>
                  </a:lnTo>
                  <a:lnTo>
                    <a:pt x="3374746" y="3101507"/>
                  </a:lnTo>
                  <a:lnTo>
                    <a:pt x="3328542" y="310895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75374" y="4145343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670559"/>
                  </a:moveTo>
                  <a:lnTo>
                    <a:pt x="285734" y="666924"/>
                  </a:lnTo>
                  <a:lnTo>
                    <a:pt x="238446" y="656364"/>
                  </a:lnTo>
                  <a:lnTo>
                    <a:pt x="193934" y="639398"/>
                  </a:lnTo>
                  <a:lnTo>
                    <a:pt x="152716" y="616544"/>
                  </a:lnTo>
                  <a:lnTo>
                    <a:pt x="115311" y="588321"/>
                  </a:lnTo>
                  <a:lnTo>
                    <a:pt x="82238" y="555248"/>
                  </a:lnTo>
                  <a:lnTo>
                    <a:pt x="54015" y="517843"/>
                  </a:lnTo>
                  <a:lnTo>
                    <a:pt x="31161" y="476625"/>
                  </a:lnTo>
                  <a:lnTo>
                    <a:pt x="14195" y="432113"/>
                  </a:lnTo>
                  <a:lnTo>
                    <a:pt x="3635" y="384825"/>
                  </a:lnTo>
                  <a:lnTo>
                    <a:pt x="0" y="335279"/>
                  </a:lnTo>
                  <a:lnTo>
                    <a:pt x="3635" y="285734"/>
                  </a:lnTo>
                  <a:lnTo>
                    <a:pt x="14195" y="238446"/>
                  </a:lnTo>
                  <a:lnTo>
                    <a:pt x="31161" y="193934"/>
                  </a:lnTo>
                  <a:lnTo>
                    <a:pt x="54015" y="152716"/>
                  </a:lnTo>
                  <a:lnTo>
                    <a:pt x="82238" y="115311"/>
                  </a:lnTo>
                  <a:lnTo>
                    <a:pt x="115311" y="82238"/>
                  </a:lnTo>
                  <a:lnTo>
                    <a:pt x="152716" y="54015"/>
                  </a:lnTo>
                  <a:lnTo>
                    <a:pt x="193934" y="31161"/>
                  </a:lnTo>
                  <a:lnTo>
                    <a:pt x="238446" y="14195"/>
                  </a:lnTo>
                  <a:lnTo>
                    <a:pt x="285734" y="3635"/>
                  </a:lnTo>
                  <a:lnTo>
                    <a:pt x="335280" y="0"/>
                  </a:lnTo>
                  <a:lnTo>
                    <a:pt x="384825" y="3635"/>
                  </a:lnTo>
                  <a:lnTo>
                    <a:pt x="432113" y="14195"/>
                  </a:lnTo>
                  <a:lnTo>
                    <a:pt x="476625" y="31161"/>
                  </a:lnTo>
                  <a:lnTo>
                    <a:pt x="517843" y="54015"/>
                  </a:lnTo>
                  <a:lnTo>
                    <a:pt x="555248" y="82238"/>
                  </a:lnTo>
                  <a:lnTo>
                    <a:pt x="588321" y="115311"/>
                  </a:lnTo>
                  <a:lnTo>
                    <a:pt x="616544" y="152716"/>
                  </a:lnTo>
                  <a:lnTo>
                    <a:pt x="639398" y="193934"/>
                  </a:lnTo>
                  <a:lnTo>
                    <a:pt x="656364" y="238446"/>
                  </a:lnTo>
                  <a:lnTo>
                    <a:pt x="666924" y="285734"/>
                  </a:lnTo>
                  <a:lnTo>
                    <a:pt x="670559" y="335279"/>
                  </a:lnTo>
                  <a:lnTo>
                    <a:pt x="666924" y="384825"/>
                  </a:lnTo>
                  <a:lnTo>
                    <a:pt x="656364" y="432113"/>
                  </a:lnTo>
                  <a:lnTo>
                    <a:pt x="639398" y="476625"/>
                  </a:lnTo>
                  <a:lnTo>
                    <a:pt x="616544" y="517843"/>
                  </a:lnTo>
                  <a:lnTo>
                    <a:pt x="588321" y="555248"/>
                  </a:lnTo>
                  <a:lnTo>
                    <a:pt x="555248" y="588321"/>
                  </a:lnTo>
                  <a:lnTo>
                    <a:pt x="517843" y="616544"/>
                  </a:lnTo>
                  <a:lnTo>
                    <a:pt x="476625" y="639398"/>
                  </a:lnTo>
                  <a:lnTo>
                    <a:pt x="432113" y="656364"/>
                  </a:lnTo>
                  <a:lnTo>
                    <a:pt x="384825" y="666924"/>
                  </a:lnTo>
                  <a:lnTo>
                    <a:pt x="335280" y="67055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168400" y="4293838"/>
            <a:ext cx="27178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125" b="1">
                <a:solidFill>
                  <a:srgbClr val="091128"/>
                </a:solidFill>
                <a:latin typeface="Arial"/>
                <a:cs typeface="Arial"/>
              </a:rPr>
              <a:t>01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500" y="5563857"/>
            <a:ext cx="2527300" cy="552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080"/>
              </a:lnSpc>
              <a:spcBef>
                <a:spcPts val="90"/>
              </a:spcBef>
            </a:pPr>
            <a:r>
              <a:rPr dirty="0" sz="1800" spc="-90">
                <a:solidFill>
                  <a:srgbClr val="F5F6FA"/>
                </a:solidFill>
                <a:latin typeface="Arial MT"/>
                <a:cs typeface="Arial MT"/>
              </a:rPr>
              <a:t>Conversion</a:t>
            </a:r>
            <a:r>
              <a:rPr dirty="0" sz="1800" spc="-8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5F6FA"/>
                </a:solidFill>
                <a:latin typeface="Arial MT"/>
                <a:cs typeface="Arial MT"/>
              </a:rPr>
              <a:t>to</a:t>
            </a:r>
            <a:r>
              <a:rPr dirty="0" sz="1800" spc="-17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75">
                <a:solidFill>
                  <a:srgbClr val="F5F6FA"/>
                </a:solidFill>
                <a:latin typeface="Arial MT"/>
                <a:cs typeface="Arial MT"/>
              </a:rPr>
              <a:t>lowercase</a:t>
            </a:r>
            <a:r>
              <a:rPr dirty="0" sz="1800" spc="-11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750" spc="65">
                <a:solidFill>
                  <a:srgbClr val="F5F6FA"/>
                </a:solidFill>
                <a:latin typeface="Arial MT"/>
                <a:cs typeface="Arial MT"/>
              </a:rPr>
              <a:t>&amp;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ts val="2080"/>
              </a:lnSpc>
            </a:pPr>
            <a:r>
              <a:rPr dirty="0" sz="1800" spc="-10">
                <a:solidFill>
                  <a:srgbClr val="F5F6FA"/>
                </a:solidFill>
                <a:latin typeface="Arial MT"/>
                <a:cs typeface="Arial MT"/>
              </a:rPr>
              <a:t>tokenization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16400" y="3840538"/>
            <a:ext cx="3684270" cy="3108960"/>
            <a:chOff x="4216400" y="3840538"/>
            <a:chExt cx="3684270" cy="310896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6400" y="5205412"/>
              <a:ext cx="190500" cy="1428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25763" y="3840538"/>
              <a:ext cx="3474720" cy="3108960"/>
            </a:xfrm>
            <a:custGeom>
              <a:avLst/>
              <a:gdLst/>
              <a:ahLst/>
              <a:cxnLst/>
              <a:rect l="l" t="t" r="r" b="b"/>
              <a:pathLst>
                <a:path w="3474720" h="3108959">
                  <a:moveTo>
                    <a:pt x="3328543" y="3108959"/>
                  </a:moveTo>
                  <a:lnTo>
                    <a:pt x="146177" y="3108959"/>
                  </a:lnTo>
                  <a:lnTo>
                    <a:pt x="99973" y="3101507"/>
                  </a:lnTo>
                  <a:lnTo>
                    <a:pt x="59846" y="3080756"/>
                  </a:lnTo>
                  <a:lnTo>
                    <a:pt x="28203" y="3049113"/>
                  </a:lnTo>
                  <a:lnTo>
                    <a:pt x="7452" y="3008986"/>
                  </a:lnTo>
                  <a:lnTo>
                    <a:pt x="0" y="2962782"/>
                  </a:lnTo>
                  <a:lnTo>
                    <a:pt x="0" y="146177"/>
                  </a:lnTo>
                  <a:lnTo>
                    <a:pt x="7452" y="99973"/>
                  </a:lnTo>
                  <a:lnTo>
                    <a:pt x="28203" y="59846"/>
                  </a:lnTo>
                  <a:lnTo>
                    <a:pt x="59846" y="28203"/>
                  </a:lnTo>
                  <a:lnTo>
                    <a:pt x="99973" y="7452"/>
                  </a:lnTo>
                  <a:lnTo>
                    <a:pt x="146177" y="0"/>
                  </a:lnTo>
                  <a:lnTo>
                    <a:pt x="3328543" y="0"/>
                  </a:lnTo>
                  <a:lnTo>
                    <a:pt x="3374746" y="7452"/>
                  </a:lnTo>
                  <a:lnTo>
                    <a:pt x="3414873" y="28203"/>
                  </a:lnTo>
                  <a:lnTo>
                    <a:pt x="3446516" y="59846"/>
                  </a:lnTo>
                  <a:lnTo>
                    <a:pt x="3467267" y="99973"/>
                  </a:lnTo>
                  <a:lnTo>
                    <a:pt x="3474720" y="146177"/>
                  </a:lnTo>
                  <a:lnTo>
                    <a:pt x="3474720" y="2962782"/>
                  </a:lnTo>
                  <a:lnTo>
                    <a:pt x="3467267" y="3008986"/>
                  </a:lnTo>
                  <a:lnTo>
                    <a:pt x="3446516" y="3049113"/>
                  </a:lnTo>
                  <a:lnTo>
                    <a:pt x="3414873" y="3080756"/>
                  </a:lnTo>
                  <a:lnTo>
                    <a:pt x="3374746" y="3101507"/>
                  </a:lnTo>
                  <a:lnTo>
                    <a:pt x="3328543" y="310895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69606" y="4145343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79" y="670559"/>
                  </a:moveTo>
                  <a:lnTo>
                    <a:pt x="285734" y="666924"/>
                  </a:lnTo>
                  <a:lnTo>
                    <a:pt x="238446" y="656364"/>
                  </a:lnTo>
                  <a:lnTo>
                    <a:pt x="193934" y="639398"/>
                  </a:lnTo>
                  <a:lnTo>
                    <a:pt x="152716" y="616544"/>
                  </a:lnTo>
                  <a:lnTo>
                    <a:pt x="115311" y="588321"/>
                  </a:lnTo>
                  <a:lnTo>
                    <a:pt x="82238" y="555248"/>
                  </a:lnTo>
                  <a:lnTo>
                    <a:pt x="54015" y="517843"/>
                  </a:lnTo>
                  <a:lnTo>
                    <a:pt x="31161" y="476625"/>
                  </a:lnTo>
                  <a:lnTo>
                    <a:pt x="14195" y="432113"/>
                  </a:lnTo>
                  <a:lnTo>
                    <a:pt x="3635" y="384825"/>
                  </a:lnTo>
                  <a:lnTo>
                    <a:pt x="0" y="335279"/>
                  </a:lnTo>
                  <a:lnTo>
                    <a:pt x="3635" y="285734"/>
                  </a:lnTo>
                  <a:lnTo>
                    <a:pt x="14195" y="238446"/>
                  </a:lnTo>
                  <a:lnTo>
                    <a:pt x="31161" y="193934"/>
                  </a:lnTo>
                  <a:lnTo>
                    <a:pt x="54015" y="152716"/>
                  </a:lnTo>
                  <a:lnTo>
                    <a:pt x="82238" y="115311"/>
                  </a:lnTo>
                  <a:lnTo>
                    <a:pt x="115311" y="82238"/>
                  </a:lnTo>
                  <a:lnTo>
                    <a:pt x="152716" y="54015"/>
                  </a:lnTo>
                  <a:lnTo>
                    <a:pt x="193934" y="31161"/>
                  </a:lnTo>
                  <a:lnTo>
                    <a:pt x="238446" y="14195"/>
                  </a:lnTo>
                  <a:lnTo>
                    <a:pt x="285734" y="3635"/>
                  </a:lnTo>
                  <a:lnTo>
                    <a:pt x="335279" y="0"/>
                  </a:lnTo>
                  <a:lnTo>
                    <a:pt x="384825" y="3635"/>
                  </a:lnTo>
                  <a:lnTo>
                    <a:pt x="432113" y="14195"/>
                  </a:lnTo>
                  <a:lnTo>
                    <a:pt x="476625" y="31161"/>
                  </a:lnTo>
                  <a:lnTo>
                    <a:pt x="517843" y="54015"/>
                  </a:lnTo>
                  <a:lnTo>
                    <a:pt x="555248" y="82238"/>
                  </a:lnTo>
                  <a:lnTo>
                    <a:pt x="588321" y="115311"/>
                  </a:lnTo>
                  <a:lnTo>
                    <a:pt x="616544" y="152716"/>
                  </a:lnTo>
                  <a:lnTo>
                    <a:pt x="639398" y="193934"/>
                  </a:lnTo>
                  <a:lnTo>
                    <a:pt x="656364" y="238446"/>
                  </a:lnTo>
                  <a:lnTo>
                    <a:pt x="666924" y="285734"/>
                  </a:lnTo>
                  <a:lnTo>
                    <a:pt x="670559" y="335279"/>
                  </a:lnTo>
                  <a:lnTo>
                    <a:pt x="666924" y="384825"/>
                  </a:lnTo>
                  <a:lnTo>
                    <a:pt x="656364" y="432113"/>
                  </a:lnTo>
                  <a:lnTo>
                    <a:pt x="639398" y="476625"/>
                  </a:lnTo>
                  <a:lnTo>
                    <a:pt x="616544" y="517843"/>
                  </a:lnTo>
                  <a:lnTo>
                    <a:pt x="588321" y="555248"/>
                  </a:lnTo>
                  <a:lnTo>
                    <a:pt x="555248" y="588321"/>
                  </a:lnTo>
                  <a:lnTo>
                    <a:pt x="517843" y="616544"/>
                  </a:lnTo>
                  <a:lnTo>
                    <a:pt x="476625" y="639398"/>
                  </a:lnTo>
                  <a:lnTo>
                    <a:pt x="432113" y="656364"/>
                  </a:lnTo>
                  <a:lnTo>
                    <a:pt x="384825" y="666924"/>
                  </a:lnTo>
                  <a:lnTo>
                    <a:pt x="335279" y="67055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838700" y="4293838"/>
            <a:ext cx="32639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35" b="1">
                <a:solidFill>
                  <a:srgbClr val="091128"/>
                </a:solidFill>
                <a:latin typeface="Arial"/>
                <a:cs typeface="Arial"/>
              </a:rPr>
              <a:t>02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75200" y="5563857"/>
            <a:ext cx="2722880" cy="55245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290"/>
              </a:spcBef>
            </a:pPr>
            <a:r>
              <a:rPr dirty="0" sz="1800" spc="-135">
                <a:solidFill>
                  <a:srgbClr val="F5F6FA"/>
                </a:solidFill>
                <a:latin typeface="Arial MT"/>
                <a:cs typeface="Arial MT"/>
              </a:rPr>
              <a:t>Removal</a:t>
            </a:r>
            <a:r>
              <a:rPr dirty="0" sz="1800" spc="-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5F6FA"/>
                </a:solidFill>
                <a:latin typeface="Arial MT"/>
                <a:cs typeface="Arial MT"/>
              </a:rPr>
              <a:t>of</a:t>
            </a:r>
            <a:r>
              <a:rPr dirty="0" sz="1800" spc="-1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105">
                <a:solidFill>
                  <a:srgbClr val="F5F6FA"/>
                </a:solidFill>
                <a:latin typeface="Arial MT"/>
                <a:cs typeface="Arial MT"/>
              </a:rPr>
              <a:t>HTML</a:t>
            </a:r>
            <a:r>
              <a:rPr dirty="0" sz="1800" spc="-1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100">
                <a:solidFill>
                  <a:srgbClr val="F5F6FA"/>
                </a:solidFill>
                <a:latin typeface="Arial MT"/>
                <a:cs typeface="Arial MT"/>
              </a:rPr>
              <a:t>tags</a:t>
            </a:r>
            <a:r>
              <a:rPr dirty="0" sz="1750" spc="-100">
                <a:solidFill>
                  <a:srgbClr val="F5F6FA"/>
                </a:solidFill>
                <a:latin typeface="Arial MT"/>
                <a:cs typeface="Arial MT"/>
              </a:rPr>
              <a:t>,</a:t>
            </a:r>
            <a:r>
              <a:rPr dirty="0" sz="17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120">
                <a:solidFill>
                  <a:srgbClr val="F5F6FA"/>
                </a:solidFill>
                <a:latin typeface="Arial MT"/>
                <a:cs typeface="Arial MT"/>
              </a:rPr>
              <a:t>URLs </a:t>
            </a:r>
            <a:r>
              <a:rPr dirty="0" sz="1750" spc="114">
                <a:solidFill>
                  <a:srgbClr val="F5F6FA"/>
                </a:solidFill>
                <a:latin typeface="Arial MT"/>
                <a:cs typeface="Arial MT"/>
              </a:rPr>
              <a:t>&amp;</a:t>
            </a:r>
            <a:r>
              <a:rPr dirty="0" sz="1750" spc="-27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120">
                <a:solidFill>
                  <a:srgbClr val="F5F6FA"/>
                </a:solidFill>
                <a:latin typeface="Arial MT"/>
                <a:cs typeface="Arial MT"/>
              </a:rPr>
              <a:t>email</a:t>
            </a:r>
            <a:r>
              <a:rPr dirty="0" sz="1800" spc="-3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5F6FA"/>
                </a:solidFill>
                <a:latin typeface="Arial MT"/>
                <a:cs typeface="Arial MT"/>
              </a:rPr>
              <a:t>addresses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12100" y="3840538"/>
            <a:ext cx="3683000" cy="3108960"/>
            <a:chOff x="7912100" y="3840538"/>
            <a:chExt cx="3683000" cy="310896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2100" y="5205412"/>
              <a:ext cx="190500" cy="1428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119995" y="3840538"/>
              <a:ext cx="3474720" cy="3108960"/>
            </a:xfrm>
            <a:custGeom>
              <a:avLst/>
              <a:gdLst/>
              <a:ahLst/>
              <a:cxnLst/>
              <a:rect l="l" t="t" r="r" b="b"/>
              <a:pathLst>
                <a:path w="3474720" h="3108959">
                  <a:moveTo>
                    <a:pt x="3328542" y="3108959"/>
                  </a:moveTo>
                  <a:lnTo>
                    <a:pt x="146177" y="3108959"/>
                  </a:lnTo>
                  <a:lnTo>
                    <a:pt x="99973" y="3101507"/>
                  </a:lnTo>
                  <a:lnTo>
                    <a:pt x="59846" y="3080756"/>
                  </a:lnTo>
                  <a:lnTo>
                    <a:pt x="28203" y="3049113"/>
                  </a:lnTo>
                  <a:lnTo>
                    <a:pt x="7452" y="3008986"/>
                  </a:lnTo>
                  <a:lnTo>
                    <a:pt x="0" y="2962782"/>
                  </a:lnTo>
                  <a:lnTo>
                    <a:pt x="0" y="146177"/>
                  </a:lnTo>
                  <a:lnTo>
                    <a:pt x="7452" y="99973"/>
                  </a:lnTo>
                  <a:lnTo>
                    <a:pt x="28203" y="59846"/>
                  </a:lnTo>
                  <a:lnTo>
                    <a:pt x="59846" y="28203"/>
                  </a:lnTo>
                  <a:lnTo>
                    <a:pt x="99973" y="7452"/>
                  </a:lnTo>
                  <a:lnTo>
                    <a:pt x="146177" y="0"/>
                  </a:lnTo>
                  <a:lnTo>
                    <a:pt x="3328542" y="0"/>
                  </a:lnTo>
                  <a:lnTo>
                    <a:pt x="3374745" y="7452"/>
                  </a:lnTo>
                  <a:lnTo>
                    <a:pt x="3414872" y="28203"/>
                  </a:lnTo>
                  <a:lnTo>
                    <a:pt x="3446516" y="59846"/>
                  </a:lnTo>
                  <a:lnTo>
                    <a:pt x="3467267" y="99973"/>
                  </a:lnTo>
                  <a:lnTo>
                    <a:pt x="3474719" y="146177"/>
                  </a:lnTo>
                  <a:lnTo>
                    <a:pt x="3474719" y="2962782"/>
                  </a:lnTo>
                  <a:lnTo>
                    <a:pt x="3467267" y="3008986"/>
                  </a:lnTo>
                  <a:lnTo>
                    <a:pt x="3446516" y="3049113"/>
                  </a:lnTo>
                  <a:lnTo>
                    <a:pt x="3414872" y="3080756"/>
                  </a:lnTo>
                  <a:lnTo>
                    <a:pt x="3374745" y="3101507"/>
                  </a:lnTo>
                  <a:lnTo>
                    <a:pt x="3328542" y="310895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363839" y="4145343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59" h="670560">
                  <a:moveTo>
                    <a:pt x="335280" y="670559"/>
                  </a:moveTo>
                  <a:lnTo>
                    <a:pt x="285735" y="666924"/>
                  </a:lnTo>
                  <a:lnTo>
                    <a:pt x="238446" y="656364"/>
                  </a:lnTo>
                  <a:lnTo>
                    <a:pt x="193934" y="639398"/>
                  </a:lnTo>
                  <a:lnTo>
                    <a:pt x="152716" y="616544"/>
                  </a:lnTo>
                  <a:lnTo>
                    <a:pt x="115311" y="588321"/>
                  </a:lnTo>
                  <a:lnTo>
                    <a:pt x="82238" y="555248"/>
                  </a:lnTo>
                  <a:lnTo>
                    <a:pt x="54015" y="517843"/>
                  </a:lnTo>
                  <a:lnTo>
                    <a:pt x="31161" y="476625"/>
                  </a:lnTo>
                  <a:lnTo>
                    <a:pt x="14195" y="432113"/>
                  </a:lnTo>
                  <a:lnTo>
                    <a:pt x="3635" y="384825"/>
                  </a:lnTo>
                  <a:lnTo>
                    <a:pt x="0" y="335279"/>
                  </a:lnTo>
                  <a:lnTo>
                    <a:pt x="3635" y="285734"/>
                  </a:lnTo>
                  <a:lnTo>
                    <a:pt x="14195" y="238446"/>
                  </a:lnTo>
                  <a:lnTo>
                    <a:pt x="31161" y="193934"/>
                  </a:lnTo>
                  <a:lnTo>
                    <a:pt x="54015" y="152716"/>
                  </a:lnTo>
                  <a:lnTo>
                    <a:pt x="82238" y="115311"/>
                  </a:lnTo>
                  <a:lnTo>
                    <a:pt x="115311" y="82238"/>
                  </a:lnTo>
                  <a:lnTo>
                    <a:pt x="152716" y="54015"/>
                  </a:lnTo>
                  <a:lnTo>
                    <a:pt x="193934" y="31161"/>
                  </a:lnTo>
                  <a:lnTo>
                    <a:pt x="238446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5" y="3635"/>
                  </a:lnTo>
                  <a:lnTo>
                    <a:pt x="432113" y="14195"/>
                  </a:lnTo>
                  <a:lnTo>
                    <a:pt x="476625" y="31161"/>
                  </a:lnTo>
                  <a:lnTo>
                    <a:pt x="517843" y="54015"/>
                  </a:lnTo>
                  <a:lnTo>
                    <a:pt x="555248" y="82238"/>
                  </a:lnTo>
                  <a:lnTo>
                    <a:pt x="588321" y="115311"/>
                  </a:lnTo>
                  <a:lnTo>
                    <a:pt x="616544" y="152716"/>
                  </a:lnTo>
                  <a:lnTo>
                    <a:pt x="639398" y="193934"/>
                  </a:lnTo>
                  <a:lnTo>
                    <a:pt x="656364" y="238446"/>
                  </a:lnTo>
                  <a:lnTo>
                    <a:pt x="666924" y="285734"/>
                  </a:lnTo>
                  <a:lnTo>
                    <a:pt x="670559" y="335279"/>
                  </a:lnTo>
                  <a:lnTo>
                    <a:pt x="666924" y="384825"/>
                  </a:lnTo>
                  <a:lnTo>
                    <a:pt x="656364" y="432113"/>
                  </a:lnTo>
                  <a:lnTo>
                    <a:pt x="639398" y="476625"/>
                  </a:lnTo>
                  <a:lnTo>
                    <a:pt x="616544" y="517843"/>
                  </a:lnTo>
                  <a:lnTo>
                    <a:pt x="588321" y="555248"/>
                  </a:lnTo>
                  <a:lnTo>
                    <a:pt x="555248" y="588321"/>
                  </a:lnTo>
                  <a:lnTo>
                    <a:pt x="517843" y="616544"/>
                  </a:lnTo>
                  <a:lnTo>
                    <a:pt x="476625" y="639398"/>
                  </a:lnTo>
                  <a:lnTo>
                    <a:pt x="432113" y="656364"/>
                  </a:lnTo>
                  <a:lnTo>
                    <a:pt x="384825" y="666924"/>
                  </a:lnTo>
                  <a:lnTo>
                    <a:pt x="335280" y="67055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8534400" y="4293838"/>
            <a:ext cx="32893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45" b="1">
                <a:solidFill>
                  <a:srgbClr val="091128"/>
                </a:solidFill>
                <a:latin typeface="Arial"/>
                <a:cs typeface="Arial"/>
              </a:rPr>
              <a:t>03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70900" y="5563857"/>
            <a:ext cx="2649220" cy="55245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2000"/>
              </a:lnSpc>
              <a:spcBef>
                <a:spcPts val="290"/>
              </a:spcBef>
            </a:pPr>
            <a:r>
              <a:rPr dirty="0" sz="1800" spc="-135">
                <a:solidFill>
                  <a:srgbClr val="F5F6FA"/>
                </a:solidFill>
                <a:latin typeface="Arial MT"/>
                <a:cs typeface="Arial MT"/>
              </a:rPr>
              <a:t>Removal</a:t>
            </a:r>
            <a:r>
              <a:rPr dirty="0" sz="1800" spc="-2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5F6FA"/>
                </a:solidFill>
                <a:latin typeface="Arial MT"/>
                <a:cs typeface="Arial MT"/>
              </a:rPr>
              <a:t>of</a:t>
            </a:r>
            <a:r>
              <a:rPr dirty="0" sz="1800" spc="-1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105">
                <a:solidFill>
                  <a:srgbClr val="F5F6FA"/>
                </a:solidFill>
                <a:latin typeface="Arial MT"/>
                <a:cs typeface="Arial MT"/>
              </a:rPr>
              <a:t>numbers</a:t>
            </a:r>
            <a:r>
              <a:rPr dirty="0" sz="1750" spc="-105">
                <a:solidFill>
                  <a:srgbClr val="F5F6FA"/>
                </a:solidFill>
                <a:latin typeface="Arial MT"/>
                <a:cs typeface="Arial MT"/>
              </a:rPr>
              <a:t>,</a:t>
            </a:r>
            <a:r>
              <a:rPr dirty="0" sz="17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85">
                <a:solidFill>
                  <a:srgbClr val="F5F6FA"/>
                </a:solidFill>
                <a:latin typeface="Arial MT"/>
                <a:cs typeface="Arial MT"/>
              </a:rPr>
              <a:t>special </a:t>
            </a:r>
            <a:r>
              <a:rPr dirty="0" sz="1800" spc="-80">
                <a:solidFill>
                  <a:srgbClr val="F5F6FA"/>
                </a:solidFill>
                <a:latin typeface="Arial MT"/>
                <a:cs typeface="Arial MT"/>
              </a:rPr>
              <a:t>characters</a:t>
            </a:r>
            <a:r>
              <a:rPr dirty="0" sz="1800" spc="-1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750" spc="114">
                <a:solidFill>
                  <a:srgbClr val="F5F6FA"/>
                </a:solidFill>
                <a:latin typeface="Arial MT"/>
                <a:cs typeface="Arial MT"/>
              </a:rPr>
              <a:t>&amp;</a:t>
            </a:r>
            <a:r>
              <a:rPr dirty="0" sz="1750" spc="-26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40">
                <a:solidFill>
                  <a:srgbClr val="F5F6FA"/>
                </a:solidFill>
                <a:latin typeface="Arial MT"/>
                <a:cs typeface="Arial MT"/>
              </a:rPr>
              <a:t>stop</a:t>
            </a:r>
            <a:r>
              <a:rPr dirty="0" sz="1800" spc="-17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5F6FA"/>
                </a:solidFill>
                <a:latin typeface="Arial MT"/>
                <a:cs typeface="Arial MT"/>
              </a:rPr>
              <a:t>words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607800" y="3840538"/>
            <a:ext cx="3681729" cy="3108960"/>
            <a:chOff x="11607800" y="3840538"/>
            <a:chExt cx="3681729" cy="310896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07800" y="5205412"/>
              <a:ext cx="190500" cy="1428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1814227" y="3840538"/>
              <a:ext cx="3474720" cy="3108960"/>
            </a:xfrm>
            <a:custGeom>
              <a:avLst/>
              <a:gdLst/>
              <a:ahLst/>
              <a:cxnLst/>
              <a:rect l="l" t="t" r="r" b="b"/>
              <a:pathLst>
                <a:path w="3474719" h="3108959">
                  <a:moveTo>
                    <a:pt x="3328542" y="3108959"/>
                  </a:moveTo>
                  <a:lnTo>
                    <a:pt x="146177" y="3108959"/>
                  </a:lnTo>
                  <a:lnTo>
                    <a:pt x="99973" y="3101507"/>
                  </a:lnTo>
                  <a:lnTo>
                    <a:pt x="59846" y="3080756"/>
                  </a:lnTo>
                  <a:lnTo>
                    <a:pt x="28203" y="3049113"/>
                  </a:lnTo>
                  <a:lnTo>
                    <a:pt x="7452" y="3008986"/>
                  </a:lnTo>
                  <a:lnTo>
                    <a:pt x="0" y="2962782"/>
                  </a:lnTo>
                  <a:lnTo>
                    <a:pt x="0" y="146177"/>
                  </a:lnTo>
                  <a:lnTo>
                    <a:pt x="7452" y="99973"/>
                  </a:lnTo>
                  <a:lnTo>
                    <a:pt x="28203" y="59846"/>
                  </a:lnTo>
                  <a:lnTo>
                    <a:pt x="59846" y="28203"/>
                  </a:lnTo>
                  <a:lnTo>
                    <a:pt x="99973" y="7452"/>
                  </a:lnTo>
                  <a:lnTo>
                    <a:pt x="146177" y="0"/>
                  </a:lnTo>
                  <a:lnTo>
                    <a:pt x="3328542" y="0"/>
                  </a:lnTo>
                  <a:lnTo>
                    <a:pt x="3374745" y="7452"/>
                  </a:lnTo>
                  <a:lnTo>
                    <a:pt x="3414872" y="28203"/>
                  </a:lnTo>
                  <a:lnTo>
                    <a:pt x="3446516" y="59846"/>
                  </a:lnTo>
                  <a:lnTo>
                    <a:pt x="3467267" y="99973"/>
                  </a:lnTo>
                  <a:lnTo>
                    <a:pt x="3474719" y="146177"/>
                  </a:lnTo>
                  <a:lnTo>
                    <a:pt x="3474719" y="2962782"/>
                  </a:lnTo>
                  <a:lnTo>
                    <a:pt x="3467267" y="3008986"/>
                  </a:lnTo>
                  <a:lnTo>
                    <a:pt x="3446516" y="3049113"/>
                  </a:lnTo>
                  <a:lnTo>
                    <a:pt x="3414872" y="3080756"/>
                  </a:lnTo>
                  <a:lnTo>
                    <a:pt x="3374745" y="3101507"/>
                  </a:lnTo>
                  <a:lnTo>
                    <a:pt x="3328542" y="310895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058071" y="4145343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59" h="670560">
                  <a:moveTo>
                    <a:pt x="335280" y="670559"/>
                  </a:moveTo>
                  <a:lnTo>
                    <a:pt x="285735" y="666924"/>
                  </a:lnTo>
                  <a:lnTo>
                    <a:pt x="238446" y="656364"/>
                  </a:lnTo>
                  <a:lnTo>
                    <a:pt x="193934" y="639398"/>
                  </a:lnTo>
                  <a:lnTo>
                    <a:pt x="152716" y="616544"/>
                  </a:lnTo>
                  <a:lnTo>
                    <a:pt x="115311" y="588321"/>
                  </a:lnTo>
                  <a:lnTo>
                    <a:pt x="82238" y="555248"/>
                  </a:lnTo>
                  <a:lnTo>
                    <a:pt x="54015" y="517843"/>
                  </a:lnTo>
                  <a:lnTo>
                    <a:pt x="31161" y="476625"/>
                  </a:lnTo>
                  <a:lnTo>
                    <a:pt x="14195" y="432113"/>
                  </a:lnTo>
                  <a:lnTo>
                    <a:pt x="3635" y="384825"/>
                  </a:lnTo>
                  <a:lnTo>
                    <a:pt x="0" y="335279"/>
                  </a:lnTo>
                  <a:lnTo>
                    <a:pt x="3635" y="285734"/>
                  </a:lnTo>
                  <a:lnTo>
                    <a:pt x="14195" y="238446"/>
                  </a:lnTo>
                  <a:lnTo>
                    <a:pt x="31161" y="193934"/>
                  </a:lnTo>
                  <a:lnTo>
                    <a:pt x="54015" y="152716"/>
                  </a:lnTo>
                  <a:lnTo>
                    <a:pt x="82238" y="115311"/>
                  </a:lnTo>
                  <a:lnTo>
                    <a:pt x="115311" y="82238"/>
                  </a:lnTo>
                  <a:lnTo>
                    <a:pt x="152716" y="54015"/>
                  </a:lnTo>
                  <a:lnTo>
                    <a:pt x="193934" y="31161"/>
                  </a:lnTo>
                  <a:lnTo>
                    <a:pt x="238446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5" y="3635"/>
                  </a:lnTo>
                  <a:lnTo>
                    <a:pt x="432113" y="14195"/>
                  </a:lnTo>
                  <a:lnTo>
                    <a:pt x="476625" y="31161"/>
                  </a:lnTo>
                  <a:lnTo>
                    <a:pt x="517843" y="54015"/>
                  </a:lnTo>
                  <a:lnTo>
                    <a:pt x="555248" y="82238"/>
                  </a:lnTo>
                  <a:lnTo>
                    <a:pt x="588321" y="115311"/>
                  </a:lnTo>
                  <a:lnTo>
                    <a:pt x="616544" y="152716"/>
                  </a:lnTo>
                  <a:lnTo>
                    <a:pt x="639398" y="193934"/>
                  </a:lnTo>
                  <a:lnTo>
                    <a:pt x="656364" y="238446"/>
                  </a:lnTo>
                  <a:lnTo>
                    <a:pt x="666924" y="285734"/>
                  </a:lnTo>
                  <a:lnTo>
                    <a:pt x="670559" y="335279"/>
                  </a:lnTo>
                  <a:lnTo>
                    <a:pt x="666924" y="384825"/>
                  </a:lnTo>
                  <a:lnTo>
                    <a:pt x="656364" y="432113"/>
                  </a:lnTo>
                  <a:lnTo>
                    <a:pt x="639398" y="476625"/>
                  </a:lnTo>
                  <a:lnTo>
                    <a:pt x="616544" y="517843"/>
                  </a:lnTo>
                  <a:lnTo>
                    <a:pt x="588321" y="555248"/>
                  </a:lnTo>
                  <a:lnTo>
                    <a:pt x="555248" y="588321"/>
                  </a:lnTo>
                  <a:lnTo>
                    <a:pt x="517843" y="616544"/>
                  </a:lnTo>
                  <a:lnTo>
                    <a:pt x="476625" y="639398"/>
                  </a:lnTo>
                  <a:lnTo>
                    <a:pt x="432113" y="656364"/>
                  </a:lnTo>
                  <a:lnTo>
                    <a:pt x="384825" y="666924"/>
                  </a:lnTo>
                  <a:lnTo>
                    <a:pt x="335280" y="67055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2230100" y="4293838"/>
            <a:ext cx="343535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100" b="1">
                <a:solidFill>
                  <a:srgbClr val="091128"/>
                </a:solidFill>
                <a:latin typeface="Arial"/>
                <a:cs typeface="Arial"/>
              </a:rPr>
              <a:t>04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66600" y="5690857"/>
            <a:ext cx="2403475" cy="298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80">
                <a:solidFill>
                  <a:srgbClr val="F5F6FA"/>
                </a:solidFill>
                <a:latin typeface="Arial MT"/>
                <a:cs typeface="Arial MT"/>
              </a:rPr>
              <a:t>Whitespace</a:t>
            </a:r>
            <a:r>
              <a:rPr dirty="0" sz="1800" spc="-1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F5F6FA"/>
                </a:solidFill>
                <a:latin typeface="Arial MT"/>
                <a:cs typeface="Arial MT"/>
              </a:rPr>
              <a:t>normalization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31531" y="7254350"/>
            <a:ext cx="14752955" cy="1036319"/>
            <a:chOff x="731531" y="7254350"/>
            <a:chExt cx="14752955" cy="1036319"/>
          </a:xfrm>
        </p:grpSpPr>
        <p:sp>
          <p:nvSpPr>
            <p:cNvPr id="33" name="object 33"/>
            <p:cNvSpPr/>
            <p:nvPr/>
          </p:nvSpPr>
          <p:spPr>
            <a:xfrm>
              <a:off x="731531" y="7254350"/>
              <a:ext cx="14752955" cy="1036319"/>
            </a:xfrm>
            <a:custGeom>
              <a:avLst/>
              <a:gdLst/>
              <a:ahLst/>
              <a:cxnLst/>
              <a:rect l="l" t="t" r="r" b="b"/>
              <a:pathLst>
                <a:path w="14752955" h="1036320">
                  <a:moveTo>
                    <a:pt x="14606269" y="1036319"/>
                  </a:moveTo>
                  <a:lnTo>
                    <a:pt x="146304" y="1036319"/>
                  </a:lnTo>
                  <a:lnTo>
                    <a:pt x="100060" y="1028860"/>
                  </a:lnTo>
                  <a:lnTo>
                    <a:pt x="59898" y="1008091"/>
                  </a:lnTo>
                  <a:lnTo>
                    <a:pt x="28228" y="976421"/>
                  </a:lnTo>
                  <a:lnTo>
                    <a:pt x="7458" y="936259"/>
                  </a:lnTo>
                  <a:lnTo>
                    <a:pt x="0" y="890016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14606269" y="0"/>
                  </a:lnTo>
                  <a:lnTo>
                    <a:pt x="14652512" y="7458"/>
                  </a:lnTo>
                  <a:lnTo>
                    <a:pt x="14692674" y="28228"/>
                  </a:lnTo>
                  <a:lnTo>
                    <a:pt x="14724345" y="59898"/>
                  </a:lnTo>
                  <a:lnTo>
                    <a:pt x="14745114" y="100060"/>
                  </a:lnTo>
                  <a:lnTo>
                    <a:pt x="14752573" y="146304"/>
                  </a:lnTo>
                  <a:lnTo>
                    <a:pt x="14752573" y="890016"/>
                  </a:lnTo>
                  <a:lnTo>
                    <a:pt x="14745114" y="936259"/>
                  </a:lnTo>
                  <a:lnTo>
                    <a:pt x="14724345" y="976421"/>
                  </a:lnTo>
                  <a:lnTo>
                    <a:pt x="14692674" y="1008091"/>
                  </a:lnTo>
                  <a:lnTo>
                    <a:pt x="14652512" y="1028860"/>
                  </a:lnTo>
                  <a:lnTo>
                    <a:pt x="14606269" y="1036319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36335" y="7412849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760" y="731519"/>
                  </a:moveTo>
                  <a:lnTo>
                    <a:pt x="319879" y="728669"/>
                  </a:lnTo>
                  <a:lnTo>
                    <a:pt x="275700" y="720349"/>
                  </a:lnTo>
                  <a:lnTo>
                    <a:pt x="233564" y="706899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1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60" y="0"/>
                  </a:lnTo>
                  <a:lnTo>
                    <a:pt x="411640" y="2849"/>
                  </a:lnTo>
                  <a:lnTo>
                    <a:pt x="455819" y="11170"/>
                  </a:lnTo>
                  <a:lnTo>
                    <a:pt x="497955" y="24619"/>
                  </a:lnTo>
                  <a:lnTo>
                    <a:pt x="537705" y="42854"/>
                  </a:lnTo>
                  <a:lnTo>
                    <a:pt x="574726" y="65531"/>
                  </a:lnTo>
                  <a:lnTo>
                    <a:pt x="608675" y="92309"/>
                  </a:lnTo>
                  <a:lnTo>
                    <a:pt x="639210" y="122844"/>
                  </a:lnTo>
                  <a:lnTo>
                    <a:pt x="665987" y="156793"/>
                  </a:lnTo>
                  <a:lnTo>
                    <a:pt x="688665" y="193814"/>
                  </a:lnTo>
                  <a:lnTo>
                    <a:pt x="706900" y="233564"/>
                  </a:lnTo>
                  <a:lnTo>
                    <a:pt x="720349" y="275700"/>
                  </a:lnTo>
                  <a:lnTo>
                    <a:pt x="728670" y="319879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899"/>
                  </a:lnTo>
                  <a:lnTo>
                    <a:pt x="455819" y="720349"/>
                  </a:lnTo>
                  <a:lnTo>
                    <a:pt x="411640" y="728669"/>
                  </a:lnTo>
                  <a:lnTo>
                    <a:pt x="365760" y="731519"/>
                  </a:lnTo>
                  <a:close/>
                </a:path>
              </a:pathLst>
            </a:custGeom>
            <a:solidFill>
              <a:srgbClr val="FFB1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1900" y="7607300"/>
              <a:ext cx="355600" cy="3556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120900" y="7569110"/>
            <a:ext cx="63474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55" b="1">
                <a:solidFill>
                  <a:srgbClr val="FFB137"/>
                </a:solidFill>
                <a:latin typeface="Microsoft YaHei"/>
                <a:cs typeface="Microsoft YaHei"/>
              </a:rPr>
              <a:t>Re</a:t>
            </a:r>
            <a:r>
              <a:rPr dirty="0" sz="2000" spc="-55" b="1">
                <a:solidFill>
                  <a:srgbClr val="FFB137"/>
                </a:solidFill>
                <a:latin typeface="Arial"/>
                <a:cs typeface="Arial"/>
              </a:rPr>
              <a:t>sult</a:t>
            </a:r>
            <a:r>
              <a:rPr dirty="0" sz="1850" spc="-55" b="1">
                <a:solidFill>
                  <a:srgbClr val="FFB137"/>
                </a:solidFill>
                <a:latin typeface="Gadugi"/>
                <a:cs typeface="Gadugi"/>
              </a:rPr>
              <a:t>:</a:t>
            </a:r>
            <a:r>
              <a:rPr dirty="0" sz="1850" spc="310" b="1">
                <a:solidFill>
                  <a:srgbClr val="FFB137"/>
                </a:solidFill>
                <a:latin typeface="Gadugi"/>
                <a:cs typeface="Gadugi"/>
              </a:rPr>
              <a:t> </a:t>
            </a:r>
            <a:r>
              <a:rPr dirty="0" sz="2000" spc="-95">
                <a:solidFill>
                  <a:srgbClr val="F5F6FA"/>
                </a:solidFill>
                <a:latin typeface="Arial MT"/>
                <a:cs typeface="Arial MT"/>
              </a:rPr>
              <a:t>High</a:t>
            </a:r>
            <a:r>
              <a:rPr dirty="0" sz="1950" spc="-95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2000" spc="-50">
                <a:solidFill>
                  <a:srgbClr val="F5F6FA"/>
                </a:solidFill>
                <a:latin typeface="Arial MT"/>
                <a:cs typeface="Arial MT"/>
              </a:rPr>
              <a:t>qualityfeatures</a:t>
            </a:r>
            <a:r>
              <a:rPr dirty="0" sz="2000" spc="-18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F5F6FA"/>
                </a:solidFill>
                <a:latin typeface="Arial MT"/>
                <a:cs typeface="Arial MT"/>
              </a:rPr>
              <a:t>with</a:t>
            </a:r>
            <a:r>
              <a:rPr dirty="0" sz="2000" spc="-7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75">
                <a:solidFill>
                  <a:srgbClr val="F5F6FA"/>
                </a:solidFill>
                <a:latin typeface="Arial MT"/>
                <a:cs typeface="Arial MT"/>
              </a:rPr>
              <a:t>significantly</a:t>
            </a:r>
            <a:r>
              <a:rPr dirty="0" sz="2000" spc="-20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85">
                <a:solidFill>
                  <a:srgbClr val="F5F6FA"/>
                </a:solidFill>
                <a:latin typeface="Arial MT"/>
                <a:cs typeface="Arial MT"/>
              </a:rPr>
              <a:t>reduced</a:t>
            </a:r>
            <a:r>
              <a:rPr dirty="0" sz="2000" spc="-21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5F6FA"/>
                </a:solidFill>
                <a:latin typeface="Arial MT"/>
                <a:cs typeface="Arial MT"/>
              </a:rPr>
              <a:t>noise</a:t>
            </a:r>
            <a:r>
              <a:rPr dirty="0" sz="1950" spc="-1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158559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150" b="1">
                <a:solidFill>
                  <a:srgbClr val="00D9FF"/>
                </a:solidFill>
                <a:latin typeface="Arial"/>
                <a:cs typeface="Arial"/>
              </a:rPr>
              <a:t>M</a:t>
            </a:r>
            <a:r>
              <a:rPr dirty="0" sz="1800" spc="-23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OD</a:t>
            </a:r>
            <a:r>
              <a:rPr dirty="0" sz="1800" spc="-1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65" b="1">
                <a:solidFill>
                  <a:srgbClr val="00D9FF"/>
                </a:solidFill>
                <a:latin typeface="Arial"/>
                <a:cs typeface="Arial"/>
              </a:rPr>
              <a:t>E</a:t>
            </a:r>
            <a:r>
              <a:rPr dirty="0" sz="1800" spc="-23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LL</a:t>
            </a:r>
            <a:r>
              <a:rPr dirty="0" sz="1800" spc="-25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6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00D9FF"/>
                </a:solidFill>
                <a:latin typeface="Arial"/>
                <a:cs typeface="Arial"/>
              </a:rPr>
              <a:t>N</a:t>
            </a:r>
            <a:r>
              <a:rPr dirty="0" sz="1800" spc="-20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00D9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35"/>
              <a:t>Fea</a:t>
            </a:r>
            <a:r>
              <a:rPr dirty="0" spc="-135"/>
              <a:t>tur</a:t>
            </a:r>
            <a:r>
              <a:rPr dirty="0" sz="4500" spc="-135"/>
              <a:t>e</a:t>
            </a:r>
            <a:r>
              <a:rPr dirty="0" sz="4500" spc="-565"/>
              <a:t> </a:t>
            </a:r>
            <a:r>
              <a:rPr dirty="0" sz="4500" spc="-220"/>
              <a:t>E</a:t>
            </a:r>
            <a:r>
              <a:rPr dirty="0" spc="-220"/>
              <a:t>xtr</a:t>
            </a:r>
            <a:r>
              <a:rPr dirty="0" sz="4500" spc="-220"/>
              <a:t>ac</a:t>
            </a:r>
            <a:r>
              <a:rPr dirty="0" spc="-220"/>
              <a:t>tion</a:t>
            </a:r>
            <a:r>
              <a:rPr dirty="0" spc="-409"/>
              <a:t> </a:t>
            </a:r>
            <a:r>
              <a:rPr dirty="0" sz="4500" spc="-180">
                <a:latin typeface="Georgia"/>
                <a:cs typeface="Georgia"/>
              </a:rPr>
              <a:t>&amp;</a:t>
            </a:r>
            <a:r>
              <a:rPr dirty="0" sz="4500" spc="-575">
                <a:latin typeface="Georgia"/>
                <a:cs typeface="Georgia"/>
              </a:rPr>
              <a:t> </a:t>
            </a:r>
            <a:r>
              <a:rPr dirty="0" sz="4500" spc="135"/>
              <a:t>ML</a:t>
            </a:r>
            <a:r>
              <a:rPr dirty="0" sz="4500" spc="-530"/>
              <a:t> </a:t>
            </a:r>
            <a:r>
              <a:rPr dirty="0" sz="4500" spc="-135"/>
              <a:t>M</a:t>
            </a:r>
            <a:r>
              <a:rPr dirty="0" spc="-135"/>
              <a:t>o</a:t>
            </a:r>
            <a:r>
              <a:rPr dirty="0" sz="4500" spc="-135"/>
              <a:t>de</a:t>
            </a:r>
            <a:r>
              <a:rPr dirty="0" spc="-135"/>
              <a:t>l</a:t>
            </a:r>
            <a:endParaRPr sz="45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1531" y="2316515"/>
            <a:ext cx="7132955" cy="5608955"/>
            <a:chOff x="731531" y="2316515"/>
            <a:chExt cx="7132955" cy="5608955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7132955" cy="5608955"/>
            </a:xfrm>
            <a:custGeom>
              <a:avLst/>
              <a:gdLst/>
              <a:ahLst/>
              <a:cxnLst/>
              <a:rect l="l" t="t" r="r" b="b"/>
              <a:pathLst>
                <a:path w="7132955" h="5608955">
                  <a:moveTo>
                    <a:pt x="6986016" y="5608446"/>
                  </a:moveTo>
                  <a:lnTo>
                    <a:pt x="146430" y="5608446"/>
                  </a:lnTo>
                  <a:lnTo>
                    <a:pt x="100147" y="5600981"/>
                  </a:lnTo>
                  <a:lnTo>
                    <a:pt x="59950" y="5580194"/>
                  </a:lnTo>
                  <a:lnTo>
                    <a:pt x="28252" y="5548496"/>
                  </a:lnTo>
                  <a:lnTo>
                    <a:pt x="7465" y="5508299"/>
                  </a:lnTo>
                  <a:lnTo>
                    <a:pt x="0" y="5462016"/>
                  </a:lnTo>
                  <a:lnTo>
                    <a:pt x="0" y="146430"/>
                  </a:lnTo>
                  <a:lnTo>
                    <a:pt x="7465" y="100147"/>
                  </a:lnTo>
                  <a:lnTo>
                    <a:pt x="28252" y="59950"/>
                  </a:lnTo>
                  <a:lnTo>
                    <a:pt x="59950" y="28252"/>
                  </a:lnTo>
                  <a:lnTo>
                    <a:pt x="100147" y="7465"/>
                  </a:lnTo>
                  <a:lnTo>
                    <a:pt x="146430" y="0"/>
                  </a:lnTo>
                  <a:lnTo>
                    <a:pt x="6986016" y="0"/>
                  </a:lnTo>
                  <a:lnTo>
                    <a:pt x="7032299" y="7465"/>
                  </a:lnTo>
                  <a:lnTo>
                    <a:pt x="7072496" y="28252"/>
                  </a:lnTo>
                  <a:lnTo>
                    <a:pt x="7104194" y="59950"/>
                  </a:lnTo>
                  <a:lnTo>
                    <a:pt x="7124981" y="100147"/>
                  </a:lnTo>
                  <a:lnTo>
                    <a:pt x="7132447" y="146430"/>
                  </a:lnTo>
                  <a:lnTo>
                    <a:pt x="7132447" y="5462016"/>
                  </a:lnTo>
                  <a:lnTo>
                    <a:pt x="7124981" y="5508299"/>
                  </a:lnTo>
                  <a:lnTo>
                    <a:pt x="7104194" y="5548496"/>
                  </a:lnTo>
                  <a:lnTo>
                    <a:pt x="7072496" y="5580194"/>
                  </a:lnTo>
                  <a:lnTo>
                    <a:pt x="7032299" y="5600981"/>
                  </a:lnTo>
                  <a:lnTo>
                    <a:pt x="6986016" y="5608446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58257" y="268228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487679" y="975359"/>
                  </a:moveTo>
                  <a:lnTo>
                    <a:pt x="440713" y="973127"/>
                  </a:lnTo>
                  <a:lnTo>
                    <a:pt x="395009" y="966566"/>
                  </a:lnTo>
                  <a:lnTo>
                    <a:pt x="350773" y="955880"/>
                  </a:lnTo>
                  <a:lnTo>
                    <a:pt x="308208" y="941275"/>
                  </a:lnTo>
                  <a:lnTo>
                    <a:pt x="267520" y="922954"/>
                  </a:lnTo>
                  <a:lnTo>
                    <a:pt x="228913" y="901122"/>
                  </a:lnTo>
                  <a:lnTo>
                    <a:pt x="192590" y="875983"/>
                  </a:lnTo>
                  <a:lnTo>
                    <a:pt x="158757" y="847742"/>
                  </a:lnTo>
                  <a:lnTo>
                    <a:pt x="127617" y="816602"/>
                  </a:lnTo>
                  <a:lnTo>
                    <a:pt x="99376" y="782769"/>
                  </a:lnTo>
                  <a:lnTo>
                    <a:pt x="74237" y="746446"/>
                  </a:lnTo>
                  <a:lnTo>
                    <a:pt x="52405" y="707839"/>
                  </a:lnTo>
                  <a:lnTo>
                    <a:pt x="34084" y="667151"/>
                  </a:lnTo>
                  <a:lnTo>
                    <a:pt x="19479" y="624586"/>
                  </a:lnTo>
                  <a:lnTo>
                    <a:pt x="8793" y="580350"/>
                  </a:lnTo>
                  <a:lnTo>
                    <a:pt x="2232" y="534646"/>
                  </a:lnTo>
                  <a:lnTo>
                    <a:pt x="0" y="487680"/>
                  </a:lnTo>
                  <a:lnTo>
                    <a:pt x="2232" y="440713"/>
                  </a:lnTo>
                  <a:lnTo>
                    <a:pt x="8793" y="395009"/>
                  </a:lnTo>
                  <a:lnTo>
                    <a:pt x="19479" y="350773"/>
                  </a:lnTo>
                  <a:lnTo>
                    <a:pt x="34084" y="308208"/>
                  </a:lnTo>
                  <a:lnTo>
                    <a:pt x="52405" y="267520"/>
                  </a:lnTo>
                  <a:lnTo>
                    <a:pt x="74237" y="228913"/>
                  </a:lnTo>
                  <a:lnTo>
                    <a:pt x="99376" y="192590"/>
                  </a:lnTo>
                  <a:lnTo>
                    <a:pt x="127617" y="158757"/>
                  </a:lnTo>
                  <a:lnTo>
                    <a:pt x="158757" y="127617"/>
                  </a:lnTo>
                  <a:lnTo>
                    <a:pt x="192590" y="99376"/>
                  </a:lnTo>
                  <a:lnTo>
                    <a:pt x="228913" y="74237"/>
                  </a:lnTo>
                  <a:lnTo>
                    <a:pt x="267520" y="52405"/>
                  </a:lnTo>
                  <a:lnTo>
                    <a:pt x="308208" y="34084"/>
                  </a:lnTo>
                  <a:lnTo>
                    <a:pt x="350773" y="19479"/>
                  </a:lnTo>
                  <a:lnTo>
                    <a:pt x="395009" y="8793"/>
                  </a:lnTo>
                  <a:lnTo>
                    <a:pt x="440713" y="2232"/>
                  </a:lnTo>
                  <a:lnTo>
                    <a:pt x="487679" y="0"/>
                  </a:lnTo>
                  <a:lnTo>
                    <a:pt x="534646" y="2232"/>
                  </a:lnTo>
                  <a:lnTo>
                    <a:pt x="580350" y="8793"/>
                  </a:lnTo>
                  <a:lnTo>
                    <a:pt x="624586" y="19479"/>
                  </a:lnTo>
                  <a:lnTo>
                    <a:pt x="667151" y="34084"/>
                  </a:lnTo>
                  <a:lnTo>
                    <a:pt x="707839" y="52405"/>
                  </a:lnTo>
                  <a:lnTo>
                    <a:pt x="746446" y="74237"/>
                  </a:lnTo>
                  <a:lnTo>
                    <a:pt x="782769" y="99376"/>
                  </a:lnTo>
                  <a:lnTo>
                    <a:pt x="816602" y="127617"/>
                  </a:lnTo>
                  <a:lnTo>
                    <a:pt x="847742" y="158757"/>
                  </a:lnTo>
                  <a:lnTo>
                    <a:pt x="875983" y="192590"/>
                  </a:lnTo>
                  <a:lnTo>
                    <a:pt x="901122" y="228913"/>
                  </a:lnTo>
                  <a:lnTo>
                    <a:pt x="922954" y="267520"/>
                  </a:lnTo>
                  <a:lnTo>
                    <a:pt x="941275" y="308208"/>
                  </a:lnTo>
                  <a:lnTo>
                    <a:pt x="955881" y="350773"/>
                  </a:lnTo>
                  <a:lnTo>
                    <a:pt x="966566" y="395009"/>
                  </a:lnTo>
                  <a:lnTo>
                    <a:pt x="973127" y="440713"/>
                  </a:lnTo>
                  <a:lnTo>
                    <a:pt x="975360" y="487680"/>
                  </a:lnTo>
                  <a:lnTo>
                    <a:pt x="973127" y="534646"/>
                  </a:lnTo>
                  <a:lnTo>
                    <a:pt x="966566" y="580350"/>
                  </a:lnTo>
                  <a:lnTo>
                    <a:pt x="955881" y="624586"/>
                  </a:lnTo>
                  <a:lnTo>
                    <a:pt x="941275" y="667151"/>
                  </a:lnTo>
                  <a:lnTo>
                    <a:pt x="922954" y="707839"/>
                  </a:lnTo>
                  <a:lnTo>
                    <a:pt x="901122" y="746446"/>
                  </a:lnTo>
                  <a:lnTo>
                    <a:pt x="875983" y="782769"/>
                  </a:lnTo>
                  <a:lnTo>
                    <a:pt x="847742" y="816602"/>
                  </a:lnTo>
                  <a:lnTo>
                    <a:pt x="816602" y="847742"/>
                  </a:lnTo>
                  <a:lnTo>
                    <a:pt x="782769" y="875983"/>
                  </a:lnTo>
                  <a:lnTo>
                    <a:pt x="746446" y="901122"/>
                  </a:lnTo>
                  <a:lnTo>
                    <a:pt x="707839" y="922954"/>
                  </a:lnTo>
                  <a:lnTo>
                    <a:pt x="667151" y="941275"/>
                  </a:lnTo>
                  <a:lnTo>
                    <a:pt x="624586" y="955880"/>
                  </a:lnTo>
                  <a:lnTo>
                    <a:pt x="580350" y="966566"/>
                  </a:lnTo>
                  <a:lnTo>
                    <a:pt x="534646" y="973127"/>
                  </a:lnTo>
                  <a:lnTo>
                    <a:pt x="487679" y="97535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2933700"/>
              <a:ext cx="469900" cy="4699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25700" y="2782864"/>
            <a:ext cx="2802255" cy="4051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40" b="1">
                <a:solidFill>
                  <a:srgbClr val="F5F6FA"/>
                </a:solidFill>
                <a:latin typeface="Arial"/>
                <a:cs typeface="Arial"/>
              </a:rPr>
              <a:t>TF</a:t>
            </a:r>
            <a:r>
              <a:rPr dirty="0" sz="2250" spc="-40" b="1">
                <a:solidFill>
                  <a:srgbClr val="F5F6FA"/>
                </a:solidFill>
                <a:latin typeface="Roboto Cn"/>
                <a:cs typeface="Roboto Cn"/>
              </a:rPr>
              <a:t>-</a:t>
            </a:r>
            <a:r>
              <a:rPr dirty="0" sz="2400" spc="-95" b="1">
                <a:solidFill>
                  <a:srgbClr val="F5F6FA"/>
                </a:solidFill>
                <a:latin typeface="Arial"/>
                <a:cs typeface="Arial"/>
              </a:rPr>
              <a:t>IDF</a:t>
            </a:r>
            <a:r>
              <a:rPr dirty="0" sz="2400" spc="-155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400" spc="-90" b="1">
                <a:solidFill>
                  <a:srgbClr val="F5F6FA"/>
                </a:solidFill>
                <a:latin typeface="Arial"/>
                <a:cs typeface="Arial"/>
              </a:rPr>
              <a:t>Vec</a:t>
            </a:r>
            <a:r>
              <a:rPr dirty="0" sz="2450" spc="-90" b="1">
                <a:solidFill>
                  <a:srgbClr val="F5F6FA"/>
                </a:solidFill>
                <a:latin typeface="Arial"/>
                <a:cs typeface="Arial"/>
              </a:rPr>
              <a:t>toriz</a:t>
            </a:r>
            <a:r>
              <a:rPr dirty="0" sz="2400" spc="-90" b="1">
                <a:solidFill>
                  <a:srgbClr val="F5F6FA"/>
                </a:solidFill>
                <a:latin typeface="Arial"/>
                <a:cs typeface="Arial"/>
              </a:rPr>
              <a:t>a</a:t>
            </a:r>
            <a:r>
              <a:rPr dirty="0" sz="2450" spc="-90" b="1">
                <a:solidFill>
                  <a:srgbClr val="F5F6FA"/>
                </a:solidFill>
                <a:latin typeface="Arial"/>
                <a:cs typeface="Arial"/>
              </a:rPr>
              <a:t>tion</a:t>
            </a:r>
            <a:endParaRPr sz="2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7300" y="4025917"/>
            <a:ext cx="6048375" cy="111760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600"/>
              </a:spcBef>
              <a:buSzPct val="97500"/>
              <a:buChar char="•"/>
              <a:tabLst>
                <a:tab pos="227965" algn="l"/>
              </a:tabLst>
            </a:pPr>
            <a:r>
              <a:rPr dirty="0" sz="2000" spc="-75">
                <a:solidFill>
                  <a:srgbClr val="8FA2BE"/>
                </a:solidFill>
                <a:latin typeface="Arial MT"/>
                <a:cs typeface="Arial MT"/>
              </a:rPr>
              <a:t>Term</a:t>
            </a:r>
            <a:r>
              <a:rPr dirty="0" sz="2000" spc="-28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8FA2BE"/>
                </a:solidFill>
                <a:latin typeface="Arial MT"/>
                <a:cs typeface="Arial MT"/>
              </a:rPr>
              <a:t>Frequency</a:t>
            </a:r>
            <a:r>
              <a:rPr dirty="0" sz="1950" spc="-60">
                <a:solidFill>
                  <a:srgbClr val="8FA2BE"/>
                </a:solidFill>
                <a:latin typeface="Arial MT"/>
                <a:cs typeface="Arial MT"/>
              </a:rPr>
              <a:t>–</a:t>
            </a:r>
            <a:r>
              <a:rPr dirty="0" sz="1950" spc="-24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5">
                <a:solidFill>
                  <a:srgbClr val="8FA2BE"/>
                </a:solidFill>
                <a:latin typeface="Arial MT"/>
                <a:cs typeface="Arial MT"/>
              </a:rPr>
              <a:t>Inverse</a:t>
            </a:r>
            <a:r>
              <a:rPr dirty="0" sz="2000" spc="-17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85">
                <a:solidFill>
                  <a:srgbClr val="8FA2BE"/>
                </a:solidFill>
                <a:latin typeface="Arial MT"/>
                <a:cs typeface="Arial MT"/>
              </a:rPr>
              <a:t>Document</a:t>
            </a:r>
            <a:r>
              <a:rPr dirty="0" sz="2000" spc="-1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8FA2BE"/>
                </a:solidFill>
                <a:latin typeface="Arial MT"/>
                <a:cs typeface="Arial MT"/>
              </a:rPr>
              <a:t>Frequency</a:t>
            </a:r>
            <a:endParaRPr sz="2000">
              <a:latin typeface="Arial MT"/>
              <a:cs typeface="Arial MT"/>
            </a:endParaRPr>
          </a:p>
          <a:p>
            <a:pPr marL="12700" marR="5080" indent="215265">
              <a:lnSpc>
                <a:spcPct val="116700"/>
              </a:lnSpc>
              <a:spcBef>
                <a:spcPts val="100"/>
              </a:spcBef>
              <a:buSzPct val="97500"/>
              <a:buChar char="•"/>
              <a:tabLst>
                <a:tab pos="227965" algn="l"/>
              </a:tabLst>
            </a:pPr>
            <a:r>
              <a:rPr dirty="0" sz="2000" spc="-75">
                <a:solidFill>
                  <a:srgbClr val="8FA2BE"/>
                </a:solidFill>
                <a:latin typeface="Arial MT"/>
                <a:cs typeface="Arial MT"/>
              </a:rPr>
              <a:t>Converts</a:t>
            </a:r>
            <a:r>
              <a:rPr dirty="0" sz="2000" spc="-14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8FA2BE"/>
                </a:solidFill>
                <a:latin typeface="Arial MT"/>
                <a:cs typeface="Arial MT"/>
              </a:rPr>
              <a:t>rawtext</a:t>
            </a:r>
            <a:r>
              <a:rPr dirty="0" sz="2000" spc="-12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8FA2BE"/>
                </a:solidFill>
                <a:latin typeface="Arial MT"/>
                <a:cs typeface="Arial MT"/>
              </a:rPr>
              <a:t>into</a:t>
            </a:r>
            <a:r>
              <a:rPr dirty="0" sz="2000" spc="-229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10">
                <a:solidFill>
                  <a:srgbClr val="8FA2BE"/>
                </a:solidFill>
                <a:latin typeface="Arial MT"/>
                <a:cs typeface="Arial MT"/>
              </a:rPr>
              <a:t>meaningful</a:t>
            </a:r>
            <a:r>
              <a:rPr dirty="0" sz="2000" spc="4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14">
                <a:solidFill>
                  <a:srgbClr val="8FA2BE"/>
                </a:solidFill>
                <a:latin typeface="Arial MT"/>
                <a:cs typeface="Arial MT"/>
              </a:rPr>
              <a:t>numerical</a:t>
            </a:r>
            <a:r>
              <a:rPr dirty="0" sz="2000" spc="3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8FA2BE"/>
                </a:solidFill>
                <a:latin typeface="Arial MT"/>
                <a:cs typeface="Arial MT"/>
              </a:rPr>
              <a:t>vectors</a:t>
            </a:r>
            <a:r>
              <a:rPr dirty="0" sz="2000" spc="-13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8FA2BE"/>
                </a:solidFill>
                <a:latin typeface="Arial MT"/>
                <a:cs typeface="Arial MT"/>
              </a:rPr>
              <a:t>that </a:t>
            </a:r>
            <a:r>
              <a:rPr dirty="0" sz="2000" spc="-140">
                <a:solidFill>
                  <a:srgbClr val="8FA2BE"/>
                </a:solidFill>
                <a:latin typeface="Arial MT"/>
                <a:cs typeface="Arial MT"/>
              </a:rPr>
              <a:t>a</a:t>
            </a:r>
            <a:r>
              <a:rPr dirty="0" sz="2000" spc="-12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35">
                <a:solidFill>
                  <a:srgbClr val="8FA2BE"/>
                </a:solidFill>
                <a:latin typeface="Arial MT"/>
                <a:cs typeface="Arial MT"/>
              </a:rPr>
              <a:t>model</a:t>
            </a:r>
            <a:r>
              <a:rPr dirty="0" sz="2000" spc="-1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80">
                <a:solidFill>
                  <a:srgbClr val="8FA2BE"/>
                </a:solidFill>
                <a:latin typeface="Arial MT"/>
                <a:cs typeface="Arial MT"/>
              </a:rPr>
              <a:t>can</a:t>
            </a:r>
            <a:r>
              <a:rPr dirty="0" sz="200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5">
                <a:solidFill>
                  <a:srgbClr val="8FA2BE"/>
                </a:solidFill>
                <a:latin typeface="Arial MT"/>
                <a:cs typeface="Arial MT"/>
              </a:rPr>
              <a:t>learn</a:t>
            </a:r>
            <a:r>
              <a:rPr dirty="0" sz="2000" spc="-17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8FA2BE"/>
                </a:solidFill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58257" y="5534744"/>
            <a:ext cx="6279515" cy="1231900"/>
            <a:chOff x="1158257" y="5534744"/>
            <a:chExt cx="6279515" cy="1231900"/>
          </a:xfrm>
        </p:grpSpPr>
        <p:sp>
          <p:nvSpPr>
            <p:cNvPr id="11" name="object 11"/>
            <p:cNvSpPr/>
            <p:nvPr/>
          </p:nvSpPr>
          <p:spPr>
            <a:xfrm>
              <a:off x="1158257" y="5547444"/>
              <a:ext cx="6279515" cy="0"/>
            </a:xfrm>
            <a:custGeom>
              <a:avLst/>
              <a:gdLst/>
              <a:ahLst/>
              <a:cxnLst/>
              <a:rect l="l" t="t" r="r" b="b"/>
              <a:pathLst>
                <a:path w="6279515" h="0">
                  <a:moveTo>
                    <a:pt x="0" y="0"/>
                  </a:moveTo>
                  <a:lnTo>
                    <a:pt x="6278975" y="0"/>
                  </a:lnTo>
                </a:path>
              </a:pathLst>
            </a:custGeom>
            <a:ln w="25400">
              <a:solidFill>
                <a:srgbClr val="16254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58257" y="5791288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59">
                  <a:moveTo>
                    <a:pt x="487679" y="975360"/>
                  </a:moveTo>
                  <a:lnTo>
                    <a:pt x="440713" y="973127"/>
                  </a:lnTo>
                  <a:lnTo>
                    <a:pt x="395009" y="966566"/>
                  </a:lnTo>
                  <a:lnTo>
                    <a:pt x="350773" y="955881"/>
                  </a:lnTo>
                  <a:lnTo>
                    <a:pt x="308208" y="941275"/>
                  </a:lnTo>
                  <a:lnTo>
                    <a:pt x="267520" y="922954"/>
                  </a:lnTo>
                  <a:lnTo>
                    <a:pt x="228913" y="901122"/>
                  </a:lnTo>
                  <a:lnTo>
                    <a:pt x="192590" y="875983"/>
                  </a:lnTo>
                  <a:lnTo>
                    <a:pt x="158757" y="847742"/>
                  </a:lnTo>
                  <a:lnTo>
                    <a:pt x="127617" y="816602"/>
                  </a:lnTo>
                  <a:lnTo>
                    <a:pt x="99376" y="782769"/>
                  </a:lnTo>
                  <a:lnTo>
                    <a:pt x="74237" y="746447"/>
                  </a:lnTo>
                  <a:lnTo>
                    <a:pt x="52405" y="707839"/>
                  </a:lnTo>
                  <a:lnTo>
                    <a:pt x="34084" y="667151"/>
                  </a:lnTo>
                  <a:lnTo>
                    <a:pt x="19479" y="624586"/>
                  </a:lnTo>
                  <a:lnTo>
                    <a:pt x="8793" y="580350"/>
                  </a:lnTo>
                  <a:lnTo>
                    <a:pt x="2232" y="534646"/>
                  </a:lnTo>
                  <a:lnTo>
                    <a:pt x="0" y="487679"/>
                  </a:lnTo>
                  <a:lnTo>
                    <a:pt x="2232" y="440713"/>
                  </a:lnTo>
                  <a:lnTo>
                    <a:pt x="8793" y="395009"/>
                  </a:lnTo>
                  <a:lnTo>
                    <a:pt x="19479" y="350773"/>
                  </a:lnTo>
                  <a:lnTo>
                    <a:pt x="34084" y="308208"/>
                  </a:lnTo>
                  <a:lnTo>
                    <a:pt x="52405" y="267520"/>
                  </a:lnTo>
                  <a:lnTo>
                    <a:pt x="74237" y="228913"/>
                  </a:lnTo>
                  <a:lnTo>
                    <a:pt x="99376" y="192590"/>
                  </a:lnTo>
                  <a:lnTo>
                    <a:pt x="127617" y="158757"/>
                  </a:lnTo>
                  <a:lnTo>
                    <a:pt x="158757" y="127617"/>
                  </a:lnTo>
                  <a:lnTo>
                    <a:pt x="192590" y="99376"/>
                  </a:lnTo>
                  <a:lnTo>
                    <a:pt x="228913" y="74237"/>
                  </a:lnTo>
                  <a:lnTo>
                    <a:pt x="267520" y="52405"/>
                  </a:lnTo>
                  <a:lnTo>
                    <a:pt x="308208" y="34084"/>
                  </a:lnTo>
                  <a:lnTo>
                    <a:pt x="350773" y="19479"/>
                  </a:lnTo>
                  <a:lnTo>
                    <a:pt x="395009" y="8793"/>
                  </a:lnTo>
                  <a:lnTo>
                    <a:pt x="440713" y="2232"/>
                  </a:lnTo>
                  <a:lnTo>
                    <a:pt x="487679" y="0"/>
                  </a:lnTo>
                  <a:lnTo>
                    <a:pt x="534646" y="2232"/>
                  </a:lnTo>
                  <a:lnTo>
                    <a:pt x="580350" y="8793"/>
                  </a:lnTo>
                  <a:lnTo>
                    <a:pt x="624586" y="19479"/>
                  </a:lnTo>
                  <a:lnTo>
                    <a:pt x="667151" y="34084"/>
                  </a:lnTo>
                  <a:lnTo>
                    <a:pt x="707839" y="52405"/>
                  </a:lnTo>
                  <a:lnTo>
                    <a:pt x="746446" y="74237"/>
                  </a:lnTo>
                  <a:lnTo>
                    <a:pt x="782769" y="99376"/>
                  </a:lnTo>
                  <a:lnTo>
                    <a:pt x="816602" y="127617"/>
                  </a:lnTo>
                  <a:lnTo>
                    <a:pt x="847742" y="158757"/>
                  </a:lnTo>
                  <a:lnTo>
                    <a:pt x="875983" y="192590"/>
                  </a:lnTo>
                  <a:lnTo>
                    <a:pt x="901122" y="228913"/>
                  </a:lnTo>
                  <a:lnTo>
                    <a:pt x="922954" y="267520"/>
                  </a:lnTo>
                  <a:lnTo>
                    <a:pt x="941275" y="308208"/>
                  </a:lnTo>
                  <a:lnTo>
                    <a:pt x="955881" y="350773"/>
                  </a:lnTo>
                  <a:lnTo>
                    <a:pt x="966566" y="395009"/>
                  </a:lnTo>
                  <a:lnTo>
                    <a:pt x="973127" y="440713"/>
                  </a:lnTo>
                  <a:lnTo>
                    <a:pt x="975360" y="487679"/>
                  </a:lnTo>
                  <a:lnTo>
                    <a:pt x="973127" y="534646"/>
                  </a:lnTo>
                  <a:lnTo>
                    <a:pt x="966566" y="580350"/>
                  </a:lnTo>
                  <a:lnTo>
                    <a:pt x="955881" y="624586"/>
                  </a:lnTo>
                  <a:lnTo>
                    <a:pt x="941275" y="667151"/>
                  </a:lnTo>
                  <a:lnTo>
                    <a:pt x="922954" y="707839"/>
                  </a:lnTo>
                  <a:lnTo>
                    <a:pt x="901122" y="746447"/>
                  </a:lnTo>
                  <a:lnTo>
                    <a:pt x="875983" y="782769"/>
                  </a:lnTo>
                  <a:lnTo>
                    <a:pt x="847742" y="816602"/>
                  </a:lnTo>
                  <a:lnTo>
                    <a:pt x="816602" y="847742"/>
                  </a:lnTo>
                  <a:lnTo>
                    <a:pt x="782769" y="875983"/>
                  </a:lnTo>
                  <a:lnTo>
                    <a:pt x="746446" y="901122"/>
                  </a:lnTo>
                  <a:lnTo>
                    <a:pt x="707839" y="922954"/>
                  </a:lnTo>
                  <a:lnTo>
                    <a:pt x="667151" y="941275"/>
                  </a:lnTo>
                  <a:lnTo>
                    <a:pt x="624586" y="955881"/>
                  </a:lnTo>
                  <a:lnTo>
                    <a:pt x="580350" y="966566"/>
                  </a:lnTo>
                  <a:lnTo>
                    <a:pt x="534646" y="973127"/>
                  </a:lnTo>
                  <a:lnTo>
                    <a:pt x="487679" y="975360"/>
                  </a:lnTo>
                  <a:close/>
                </a:path>
              </a:pathLst>
            </a:custGeom>
            <a:solidFill>
              <a:srgbClr val="FFB1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6045200"/>
              <a:ext cx="469900" cy="4699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57300" y="5894364"/>
            <a:ext cx="5595620" cy="22212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285750">
              <a:lnSpc>
                <a:spcPct val="100000"/>
              </a:lnSpc>
              <a:spcBef>
                <a:spcPts val="135"/>
              </a:spcBef>
            </a:pPr>
            <a:r>
              <a:rPr dirty="0" sz="2400" spc="-114" b="1">
                <a:solidFill>
                  <a:srgbClr val="F5F6FA"/>
                </a:solidFill>
                <a:latin typeface="Arial"/>
                <a:cs typeface="Arial"/>
              </a:rPr>
              <a:t>L</a:t>
            </a:r>
            <a:r>
              <a:rPr dirty="0" sz="2450" spc="-114" b="1">
                <a:solidFill>
                  <a:srgbClr val="F5F6FA"/>
                </a:solidFill>
                <a:latin typeface="Arial"/>
                <a:cs typeface="Arial"/>
              </a:rPr>
              <a:t>ogisti</a:t>
            </a:r>
            <a:r>
              <a:rPr dirty="0" sz="2400" spc="-114" b="1">
                <a:solidFill>
                  <a:srgbClr val="F5F6FA"/>
                </a:solidFill>
                <a:latin typeface="Arial"/>
                <a:cs typeface="Arial"/>
              </a:rPr>
              <a:t>c</a:t>
            </a:r>
            <a:r>
              <a:rPr dirty="0" sz="2400" spc="-220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400" spc="-155" b="1">
                <a:solidFill>
                  <a:srgbClr val="F5F6FA"/>
                </a:solidFill>
                <a:latin typeface="Arial"/>
                <a:cs typeface="Arial"/>
              </a:rPr>
              <a:t>Re</a:t>
            </a:r>
            <a:r>
              <a:rPr dirty="0" sz="2450" spc="-155" b="1">
                <a:solidFill>
                  <a:srgbClr val="F5F6FA"/>
                </a:solidFill>
                <a:latin typeface="Arial"/>
                <a:cs typeface="Arial"/>
              </a:rPr>
              <a:t>gr</a:t>
            </a:r>
            <a:r>
              <a:rPr dirty="0" sz="2400" spc="-155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450" spc="-155" b="1">
                <a:solidFill>
                  <a:srgbClr val="F5F6FA"/>
                </a:solidFill>
                <a:latin typeface="Arial"/>
                <a:cs typeface="Arial"/>
              </a:rPr>
              <a:t>ssion</a:t>
            </a:r>
            <a:r>
              <a:rPr dirty="0" sz="2450" spc="-165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5F6FA"/>
                </a:solidFill>
                <a:latin typeface="Arial"/>
                <a:cs typeface="Arial"/>
              </a:rPr>
              <a:t>M</a:t>
            </a:r>
            <a:r>
              <a:rPr dirty="0" sz="2450" spc="-10" b="1">
                <a:solidFill>
                  <a:srgbClr val="F5F6FA"/>
                </a:solidFill>
                <a:latin typeface="Arial"/>
                <a:cs typeface="Arial"/>
              </a:rPr>
              <a:t>o</a:t>
            </a:r>
            <a:r>
              <a:rPr dirty="0" sz="2400" spc="-10" b="1">
                <a:solidFill>
                  <a:srgbClr val="F5F6FA"/>
                </a:solidFill>
                <a:latin typeface="Arial"/>
                <a:cs typeface="Arial"/>
              </a:rPr>
              <a:t>de</a:t>
            </a:r>
            <a:r>
              <a:rPr dirty="0" sz="2450" spc="-10" b="1">
                <a:solidFill>
                  <a:srgbClr val="F5F6F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300">
              <a:latin typeface="Arial"/>
              <a:cs typeface="Arial"/>
            </a:endParaRPr>
          </a:p>
          <a:p>
            <a:pPr marL="12700" marR="869315" indent="215265">
              <a:lnSpc>
                <a:spcPct val="120800"/>
              </a:lnSpc>
              <a:buSzPct val="97500"/>
              <a:buChar char="•"/>
              <a:tabLst>
                <a:tab pos="227965" algn="l"/>
              </a:tabLst>
            </a:pPr>
            <a:r>
              <a:rPr dirty="0" sz="2000" spc="-95">
                <a:solidFill>
                  <a:srgbClr val="8FA2BE"/>
                </a:solidFill>
                <a:latin typeface="Arial MT"/>
                <a:cs typeface="Arial MT"/>
              </a:rPr>
              <a:t>Selected</a:t>
            </a:r>
            <a:r>
              <a:rPr dirty="0" sz="2000" spc="-19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8FA2BE"/>
                </a:solidFill>
                <a:latin typeface="Arial MT"/>
                <a:cs typeface="Arial MT"/>
              </a:rPr>
              <a:t>for</a:t>
            </a:r>
            <a:r>
              <a:rPr dirty="0" sz="2000" spc="-2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10">
                <a:solidFill>
                  <a:srgbClr val="8FA2BE"/>
                </a:solidFill>
                <a:latin typeface="Arial MT"/>
                <a:cs typeface="Arial MT"/>
              </a:rPr>
              <a:t>high</a:t>
            </a:r>
            <a:r>
              <a:rPr dirty="0" sz="2000" spc="-3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0">
                <a:solidFill>
                  <a:srgbClr val="8FA2BE"/>
                </a:solidFill>
                <a:latin typeface="Arial MT"/>
                <a:cs typeface="Arial MT"/>
              </a:rPr>
              <a:t>accuracy</a:t>
            </a:r>
            <a:r>
              <a:rPr dirty="0" sz="1950" spc="-100">
                <a:solidFill>
                  <a:srgbClr val="8FA2BE"/>
                </a:solidFill>
                <a:latin typeface="Arial MT"/>
                <a:cs typeface="Arial MT"/>
              </a:rPr>
              <a:t>,</a:t>
            </a:r>
            <a:r>
              <a:rPr dirty="0" sz="1950" spc="-8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8FA2BE"/>
                </a:solidFill>
                <a:latin typeface="Arial MT"/>
                <a:cs typeface="Arial MT"/>
              </a:rPr>
              <a:t>efficiency</a:t>
            </a:r>
            <a:r>
              <a:rPr dirty="0" sz="2000" spc="-17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950" spc="140">
                <a:solidFill>
                  <a:srgbClr val="8FA2BE"/>
                </a:solidFill>
                <a:latin typeface="Arial MT"/>
                <a:cs typeface="Arial MT"/>
              </a:rPr>
              <a:t>&amp;</a:t>
            </a:r>
            <a:r>
              <a:rPr dirty="0" sz="1950" spc="-2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8FA2BE"/>
                </a:solidFill>
                <a:latin typeface="Arial MT"/>
                <a:cs typeface="Arial MT"/>
              </a:rPr>
              <a:t>low </a:t>
            </a:r>
            <a:r>
              <a:rPr dirty="0" sz="2000" spc="-85">
                <a:solidFill>
                  <a:srgbClr val="8FA2BE"/>
                </a:solidFill>
                <a:latin typeface="Arial MT"/>
                <a:cs typeface="Arial MT"/>
              </a:rPr>
              <a:t>computational</a:t>
            </a:r>
            <a:r>
              <a:rPr dirty="0" sz="2000" spc="-4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8FA2BE"/>
                </a:solidFill>
                <a:latin typeface="Arial MT"/>
                <a:cs typeface="Arial MT"/>
              </a:rPr>
              <a:t>complexity</a:t>
            </a:r>
            <a:endParaRPr sz="2000">
              <a:latin typeface="Arial MT"/>
              <a:cs typeface="Arial MT"/>
            </a:endParaRPr>
          </a:p>
          <a:p>
            <a:pPr marL="12700" marR="5080" indent="215265">
              <a:lnSpc>
                <a:spcPts val="2900"/>
              </a:lnSpc>
              <a:buSzPct val="97500"/>
              <a:buChar char="•"/>
              <a:tabLst>
                <a:tab pos="227965" algn="l"/>
              </a:tabLst>
            </a:pPr>
            <a:r>
              <a:rPr dirty="0" sz="2000" spc="-110">
                <a:solidFill>
                  <a:srgbClr val="8FA2BE"/>
                </a:solidFill>
                <a:latin typeface="Arial MT"/>
                <a:cs typeface="Arial MT"/>
              </a:rPr>
              <a:t>Learns</a:t>
            </a:r>
            <a:r>
              <a:rPr dirty="0" sz="2000" spc="-4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8FA2BE"/>
                </a:solidFill>
                <a:latin typeface="Arial MT"/>
                <a:cs typeface="Arial MT"/>
              </a:rPr>
              <a:t>the</a:t>
            </a:r>
            <a:r>
              <a:rPr dirty="0" sz="2000" spc="-18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95">
                <a:solidFill>
                  <a:srgbClr val="8FA2BE"/>
                </a:solidFill>
                <a:latin typeface="Arial MT"/>
                <a:cs typeface="Arial MT"/>
              </a:rPr>
              <a:t>decision</a:t>
            </a:r>
            <a:r>
              <a:rPr dirty="0" sz="2000" spc="-15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80">
                <a:solidFill>
                  <a:srgbClr val="8FA2BE"/>
                </a:solidFill>
                <a:latin typeface="Arial MT"/>
                <a:cs typeface="Arial MT"/>
              </a:rPr>
              <a:t>boundary</a:t>
            </a:r>
            <a:r>
              <a:rPr dirty="0" sz="2000" spc="-29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95">
                <a:solidFill>
                  <a:srgbClr val="8FA2BE"/>
                </a:solidFill>
                <a:latin typeface="Arial MT"/>
                <a:cs typeface="Arial MT"/>
              </a:rPr>
              <a:t>separating</a:t>
            </a:r>
            <a:r>
              <a:rPr dirty="0" sz="2000" spc="-8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35">
                <a:solidFill>
                  <a:srgbClr val="8FA2BE"/>
                </a:solidFill>
                <a:latin typeface="Arial MT"/>
                <a:cs typeface="Arial MT"/>
              </a:rPr>
              <a:t>Spam</a:t>
            </a:r>
            <a:r>
              <a:rPr dirty="0" sz="2000" spc="-29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8FA2BE"/>
                </a:solidFill>
                <a:latin typeface="Arial MT"/>
                <a:cs typeface="Arial MT"/>
              </a:rPr>
              <a:t>from </a:t>
            </a:r>
            <a:r>
              <a:rPr dirty="0" sz="2000" spc="-25">
                <a:solidFill>
                  <a:srgbClr val="8FA2BE"/>
                </a:solidFill>
                <a:latin typeface="Arial MT"/>
                <a:cs typeface="Arial MT"/>
              </a:rPr>
              <a:t>Ham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07803" y="2316515"/>
            <a:ext cx="7376795" cy="5608955"/>
            <a:chOff x="8107803" y="2316515"/>
            <a:chExt cx="7376795" cy="5608955"/>
          </a:xfrm>
        </p:grpSpPr>
        <p:sp>
          <p:nvSpPr>
            <p:cNvPr id="16" name="object 16"/>
            <p:cNvSpPr/>
            <p:nvPr/>
          </p:nvSpPr>
          <p:spPr>
            <a:xfrm>
              <a:off x="8107803" y="2316515"/>
              <a:ext cx="7376795" cy="5608955"/>
            </a:xfrm>
            <a:custGeom>
              <a:avLst/>
              <a:gdLst/>
              <a:ahLst/>
              <a:cxnLst/>
              <a:rect l="l" t="t" r="r" b="b"/>
              <a:pathLst>
                <a:path w="7376794" h="5608955">
                  <a:moveTo>
                    <a:pt x="7229855" y="5608446"/>
                  </a:moveTo>
                  <a:lnTo>
                    <a:pt x="146431" y="5608446"/>
                  </a:lnTo>
                  <a:lnTo>
                    <a:pt x="100147" y="5600981"/>
                  </a:lnTo>
                  <a:lnTo>
                    <a:pt x="59950" y="5580194"/>
                  </a:lnTo>
                  <a:lnTo>
                    <a:pt x="28252" y="5548496"/>
                  </a:lnTo>
                  <a:lnTo>
                    <a:pt x="7465" y="5508299"/>
                  </a:lnTo>
                  <a:lnTo>
                    <a:pt x="0" y="5462016"/>
                  </a:lnTo>
                  <a:lnTo>
                    <a:pt x="0" y="146430"/>
                  </a:lnTo>
                  <a:lnTo>
                    <a:pt x="7465" y="100147"/>
                  </a:lnTo>
                  <a:lnTo>
                    <a:pt x="28252" y="59950"/>
                  </a:lnTo>
                  <a:lnTo>
                    <a:pt x="59950" y="28252"/>
                  </a:lnTo>
                  <a:lnTo>
                    <a:pt x="100147" y="7465"/>
                  </a:lnTo>
                  <a:lnTo>
                    <a:pt x="146431" y="0"/>
                  </a:lnTo>
                  <a:lnTo>
                    <a:pt x="7229855" y="0"/>
                  </a:lnTo>
                  <a:lnTo>
                    <a:pt x="7276139" y="7465"/>
                  </a:lnTo>
                  <a:lnTo>
                    <a:pt x="7316336" y="28252"/>
                  </a:lnTo>
                  <a:lnTo>
                    <a:pt x="7348034" y="59950"/>
                  </a:lnTo>
                  <a:lnTo>
                    <a:pt x="7368821" y="100147"/>
                  </a:lnTo>
                  <a:lnTo>
                    <a:pt x="7376287" y="146430"/>
                  </a:lnTo>
                  <a:lnTo>
                    <a:pt x="7376287" y="5462016"/>
                  </a:lnTo>
                  <a:lnTo>
                    <a:pt x="7368821" y="5508299"/>
                  </a:lnTo>
                  <a:lnTo>
                    <a:pt x="7348034" y="5548496"/>
                  </a:lnTo>
                  <a:lnTo>
                    <a:pt x="7316336" y="5580194"/>
                  </a:lnTo>
                  <a:lnTo>
                    <a:pt x="7276139" y="5600981"/>
                  </a:lnTo>
                  <a:lnTo>
                    <a:pt x="7229855" y="5608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0899" y="3835400"/>
              <a:ext cx="6642100" cy="3759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401300" y="2789082"/>
            <a:ext cx="278193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45" b="1">
                <a:solidFill>
                  <a:srgbClr val="091128"/>
                </a:solidFill>
                <a:latin typeface="Arial"/>
                <a:cs typeface="Arial"/>
              </a:rPr>
              <a:t>Text</a:t>
            </a:r>
            <a:r>
              <a:rPr dirty="0" sz="1800" spc="-15" b="1">
                <a:solidFill>
                  <a:srgbClr val="091128"/>
                </a:solidFill>
                <a:latin typeface="Arial"/>
                <a:cs typeface="Arial"/>
              </a:rPr>
              <a:t> </a:t>
            </a:r>
            <a:r>
              <a:rPr dirty="0" sz="1800" spc="-80" b="1">
                <a:solidFill>
                  <a:srgbClr val="091128"/>
                </a:solidFill>
                <a:latin typeface="Arial"/>
                <a:cs typeface="Arial"/>
              </a:rPr>
              <a:t>Classification</a:t>
            </a:r>
            <a:r>
              <a:rPr dirty="0" sz="1800" spc="-45" b="1">
                <a:solidFill>
                  <a:srgbClr val="091128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091128"/>
                </a:solidFill>
                <a:latin typeface="Arial"/>
                <a:cs typeface="Arial"/>
              </a:rPr>
              <a:t>Pipeline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99441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DE</a:t>
            </a:r>
            <a:r>
              <a:rPr dirty="0" sz="1800" spc="-25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00D9FF"/>
                </a:solidFill>
                <a:latin typeface="Arial"/>
                <a:cs typeface="Arial"/>
              </a:rPr>
              <a:t>S</a:t>
            </a:r>
            <a:r>
              <a:rPr dirty="0" sz="1800" spc="-22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114" b="1">
                <a:solidFill>
                  <a:srgbClr val="00D9FF"/>
                </a:solidFill>
                <a:latin typeface="Arial"/>
                <a:cs typeface="Arial"/>
              </a:rPr>
              <a:t>I</a:t>
            </a:r>
            <a:r>
              <a:rPr dirty="0" sz="1800" spc="-18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D9FF"/>
                </a:solidFill>
                <a:latin typeface="Arial"/>
                <a:cs typeface="Arial"/>
              </a:rPr>
              <a:t>GN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20"/>
              <a:t>S</a:t>
            </a:r>
            <a:r>
              <a:rPr dirty="0" spc="-220"/>
              <a:t>yst</a:t>
            </a:r>
            <a:r>
              <a:rPr dirty="0" sz="4500" spc="-220"/>
              <a:t>e</a:t>
            </a:r>
            <a:r>
              <a:rPr dirty="0" spc="-220"/>
              <a:t>m</a:t>
            </a:r>
            <a:r>
              <a:rPr dirty="0" spc="-480"/>
              <a:t> </a:t>
            </a:r>
            <a:r>
              <a:rPr dirty="0" sz="4500" spc="-135"/>
              <a:t>A</a:t>
            </a:r>
            <a:r>
              <a:rPr dirty="0" spc="-135"/>
              <a:t>r</a:t>
            </a:r>
            <a:r>
              <a:rPr dirty="0" sz="4500" spc="-135"/>
              <a:t>c</a:t>
            </a:r>
            <a:r>
              <a:rPr dirty="0" spc="-135"/>
              <a:t>hit</a:t>
            </a:r>
            <a:r>
              <a:rPr dirty="0" sz="4500" spc="-135"/>
              <a:t>ec</a:t>
            </a:r>
            <a:r>
              <a:rPr dirty="0" spc="-135"/>
              <a:t>tur</a:t>
            </a:r>
            <a:r>
              <a:rPr dirty="0" sz="4500" spc="-135"/>
              <a:t>e</a:t>
            </a:r>
            <a:endParaRPr sz="4500"/>
          </a:p>
        </p:txBody>
      </p:sp>
      <p:grpSp>
        <p:nvGrpSpPr>
          <p:cNvPr id="4" name="object 4"/>
          <p:cNvGrpSpPr/>
          <p:nvPr/>
        </p:nvGrpSpPr>
        <p:grpSpPr>
          <a:xfrm>
            <a:off x="731531" y="1600200"/>
            <a:ext cx="14752955" cy="7226300"/>
            <a:chOff x="731531" y="1600200"/>
            <a:chExt cx="14752955" cy="7226300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14752955" cy="5791835"/>
            </a:xfrm>
            <a:custGeom>
              <a:avLst/>
              <a:gdLst/>
              <a:ahLst/>
              <a:cxnLst/>
              <a:rect l="l" t="t" r="r" b="b"/>
              <a:pathLst>
                <a:path w="14752955" h="5791834">
                  <a:moveTo>
                    <a:pt x="14606142" y="5791327"/>
                  </a:moveTo>
                  <a:lnTo>
                    <a:pt x="146430" y="5791327"/>
                  </a:lnTo>
                  <a:lnTo>
                    <a:pt x="100147" y="5783861"/>
                  </a:lnTo>
                  <a:lnTo>
                    <a:pt x="59950" y="5763074"/>
                  </a:lnTo>
                  <a:lnTo>
                    <a:pt x="28252" y="5731376"/>
                  </a:lnTo>
                  <a:lnTo>
                    <a:pt x="7465" y="5691179"/>
                  </a:lnTo>
                  <a:lnTo>
                    <a:pt x="0" y="5644896"/>
                  </a:lnTo>
                  <a:lnTo>
                    <a:pt x="0" y="146430"/>
                  </a:lnTo>
                  <a:lnTo>
                    <a:pt x="7465" y="100147"/>
                  </a:lnTo>
                  <a:lnTo>
                    <a:pt x="28252" y="59950"/>
                  </a:lnTo>
                  <a:lnTo>
                    <a:pt x="59950" y="28252"/>
                  </a:lnTo>
                  <a:lnTo>
                    <a:pt x="100147" y="7465"/>
                  </a:lnTo>
                  <a:lnTo>
                    <a:pt x="146430" y="0"/>
                  </a:lnTo>
                  <a:lnTo>
                    <a:pt x="14606142" y="0"/>
                  </a:lnTo>
                  <a:lnTo>
                    <a:pt x="14652425" y="7465"/>
                  </a:lnTo>
                  <a:lnTo>
                    <a:pt x="14692622" y="28252"/>
                  </a:lnTo>
                  <a:lnTo>
                    <a:pt x="14724320" y="59950"/>
                  </a:lnTo>
                  <a:lnTo>
                    <a:pt x="14745108" y="100147"/>
                  </a:lnTo>
                  <a:lnTo>
                    <a:pt x="14752573" y="146430"/>
                  </a:lnTo>
                  <a:lnTo>
                    <a:pt x="14752573" y="5644896"/>
                  </a:lnTo>
                  <a:lnTo>
                    <a:pt x="14745108" y="5691179"/>
                  </a:lnTo>
                  <a:lnTo>
                    <a:pt x="14724320" y="5731376"/>
                  </a:lnTo>
                  <a:lnTo>
                    <a:pt x="14692622" y="5763074"/>
                  </a:lnTo>
                  <a:lnTo>
                    <a:pt x="14652425" y="5783861"/>
                  </a:lnTo>
                  <a:lnTo>
                    <a:pt x="14606142" y="57913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6700" y="1600200"/>
              <a:ext cx="13169900" cy="72263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121094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30" b="1">
                <a:solidFill>
                  <a:srgbClr val="00D9FF"/>
                </a:solidFill>
                <a:latin typeface="Arial"/>
                <a:cs typeface="Arial"/>
              </a:rPr>
              <a:t>RE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00D9FF"/>
                </a:solidFill>
                <a:latin typeface="Arial"/>
                <a:cs typeface="Arial"/>
              </a:rPr>
              <a:t>S</a:t>
            </a:r>
            <a:r>
              <a:rPr dirty="0" sz="1800" spc="-229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00D9FF"/>
                </a:solidFill>
                <a:latin typeface="Arial"/>
                <a:cs typeface="Arial"/>
              </a:rPr>
              <a:t>U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65" b="1">
                <a:solidFill>
                  <a:srgbClr val="00D9FF"/>
                </a:solidFill>
                <a:latin typeface="Arial"/>
                <a:cs typeface="Arial"/>
              </a:rPr>
              <a:t>LT</a:t>
            </a:r>
            <a:r>
              <a:rPr dirty="0" sz="1800" spc="-23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00D9FF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00"/>
              <a:t>M</a:t>
            </a:r>
            <a:r>
              <a:rPr dirty="0" spc="-200"/>
              <a:t>o</a:t>
            </a:r>
            <a:r>
              <a:rPr dirty="0" sz="4500" spc="-200"/>
              <a:t>de</a:t>
            </a:r>
            <a:r>
              <a:rPr dirty="0" spc="-200"/>
              <a:t>l</a:t>
            </a:r>
            <a:r>
              <a:rPr dirty="0" spc="-204"/>
              <a:t> </a:t>
            </a:r>
            <a:r>
              <a:rPr dirty="0" sz="4500" spc="-170"/>
              <a:t>Pe</a:t>
            </a:r>
            <a:r>
              <a:rPr dirty="0" spc="-170"/>
              <a:t>rform</a:t>
            </a:r>
            <a:r>
              <a:rPr dirty="0" sz="4500" spc="-170"/>
              <a:t>a</a:t>
            </a:r>
            <a:r>
              <a:rPr dirty="0" spc="-170"/>
              <a:t>n</a:t>
            </a:r>
            <a:r>
              <a:rPr dirty="0" sz="4500" spc="-170"/>
              <a:t>ce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838200" y="2209038"/>
            <a:ext cx="1003300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85">
                <a:solidFill>
                  <a:srgbClr val="8FA2BE"/>
                </a:solidFill>
                <a:latin typeface="Arial MT"/>
                <a:cs typeface="Arial MT"/>
              </a:rPr>
              <a:t>The</a:t>
            </a:r>
            <a:r>
              <a:rPr dirty="0" sz="210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55">
                <a:solidFill>
                  <a:srgbClr val="8FA2BE"/>
                </a:solidFill>
                <a:latin typeface="Arial MT"/>
                <a:cs typeface="Arial MT"/>
              </a:rPr>
              <a:t>Logistic</a:t>
            </a:r>
            <a:r>
              <a:rPr dirty="0" sz="2100" spc="-13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05">
                <a:solidFill>
                  <a:srgbClr val="8FA2BE"/>
                </a:solidFill>
                <a:latin typeface="Arial MT"/>
                <a:cs typeface="Arial MT"/>
              </a:rPr>
              <a:t>Regression</a:t>
            </a:r>
            <a:r>
              <a:rPr dirty="0" sz="2100" spc="-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70">
                <a:solidFill>
                  <a:srgbClr val="8FA2BE"/>
                </a:solidFill>
                <a:latin typeface="Arial MT"/>
                <a:cs typeface="Arial MT"/>
              </a:rPr>
              <a:t>classifier</a:t>
            </a:r>
            <a:r>
              <a:rPr dirty="0" sz="2100" spc="-17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8FA2BE"/>
                </a:solidFill>
                <a:latin typeface="Arial MT"/>
                <a:cs typeface="Arial MT"/>
              </a:rPr>
              <a:t>achieved</a:t>
            </a:r>
            <a:r>
              <a:rPr dirty="0" sz="2100" spc="-17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75">
                <a:solidFill>
                  <a:srgbClr val="8FA2BE"/>
                </a:solidFill>
                <a:latin typeface="Arial MT"/>
                <a:cs typeface="Arial MT"/>
              </a:rPr>
              <a:t>excellent</a:t>
            </a:r>
            <a:r>
              <a:rPr dirty="0" sz="2100" spc="-9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60">
                <a:solidFill>
                  <a:srgbClr val="8FA2BE"/>
                </a:solidFill>
                <a:latin typeface="Arial MT"/>
                <a:cs typeface="Arial MT"/>
              </a:rPr>
              <a:t>results</a:t>
            </a:r>
            <a:r>
              <a:rPr dirty="0" sz="2100" spc="-13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90">
                <a:solidFill>
                  <a:srgbClr val="8FA2BE"/>
                </a:solidFill>
                <a:latin typeface="Arial MT"/>
                <a:cs typeface="Arial MT"/>
              </a:rPr>
              <a:t>on</a:t>
            </a:r>
            <a:r>
              <a:rPr dirty="0" sz="2100" spc="-12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45">
                <a:solidFill>
                  <a:srgbClr val="8FA2BE"/>
                </a:solidFill>
                <a:latin typeface="Arial MT"/>
                <a:cs typeface="Arial MT"/>
              </a:rPr>
              <a:t>the</a:t>
            </a:r>
            <a:r>
              <a:rPr dirty="0" sz="210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45">
                <a:solidFill>
                  <a:srgbClr val="8FA2BE"/>
                </a:solidFill>
                <a:latin typeface="Arial MT"/>
                <a:cs typeface="Arial MT"/>
              </a:rPr>
              <a:t>held</a:t>
            </a:r>
            <a:r>
              <a:rPr dirty="0" sz="2050" spc="-45">
                <a:solidFill>
                  <a:srgbClr val="8FA2BE"/>
                </a:solidFill>
                <a:latin typeface="Arial MT"/>
                <a:cs typeface="Arial MT"/>
              </a:rPr>
              <a:t>-</a:t>
            </a:r>
            <a:r>
              <a:rPr dirty="0" sz="2100" spc="-30">
                <a:solidFill>
                  <a:srgbClr val="8FA2BE"/>
                </a:solidFill>
                <a:latin typeface="Arial MT"/>
                <a:cs typeface="Arial MT"/>
              </a:rPr>
              <a:t>out</a:t>
            </a:r>
            <a:r>
              <a:rPr dirty="0" sz="2100" spc="-9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50">
                <a:solidFill>
                  <a:srgbClr val="8FA2BE"/>
                </a:solidFill>
                <a:latin typeface="Arial MT"/>
                <a:cs typeface="Arial MT"/>
              </a:rPr>
              <a:t>testing</a:t>
            </a:r>
            <a:r>
              <a:rPr dirty="0" sz="210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8FA2BE"/>
                </a:solidFill>
                <a:latin typeface="Arial MT"/>
                <a:cs typeface="Arial MT"/>
              </a:rPr>
              <a:t>dataset</a:t>
            </a:r>
            <a:r>
              <a:rPr dirty="0" sz="2050" spc="-10">
                <a:solidFill>
                  <a:srgbClr val="8FA2BE"/>
                </a:solidFill>
                <a:latin typeface="Arial MT"/>
                <a:cs typeface="Arial MT"/>
              </a:rPr>
              <a:t>: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1531" y="2987085"/>
            <a:ext cx="3535679" cy="3169920"/>
            <a:chOff x="731531" y="2987085"/>
            <a:chExt cx="3535679" cy="3169920"/>
          </a:xfrm>
        </p:grpSpPr>
        <p:sp>
          <p:nvSpPr>
            <p:cNvPr id="6" name="object 6"/>
            <p:cNvSpPr/>
            <p:nvPr/>
          </p:nvSpPr>
          <p:spPr>
            <a:xfrm>
              <a:off x="731531" y="2987085"/>
              <a:ext cx="3535679" cy="3169920"/>
            </a:xfrm>
            <a:custGeom>
              <a:avLst/>
              <a:gdLst/>
              <a:ahLst/>
              <a:cxnLst/>
              <a:rect l="l" t="t" r="r" b="b"/>
              <a:pathLst>
                <a:path w="3535679" h="3169920">
                  <a:moveTo>
                    <a:pt x="3389376" y="3169920"/>
                  </a:moveTo>
                  <a:lnTo>
                    <a:pt x="146304" y="3169920"/>
                  </a:lnTo>
                  <a:lnTo>
                    <a:pt x="100060" y="3162461"/>
                  </a:lnTo>
                  <a:lnTo>
                    <a:pt x="59898" y="3141691"/>
                  </a:lnTo>
                  <a:lnTo>
                    <a:pt x="28228" y="3110021"/>
                  </a:lnTo>
                  <a:lnTo>
                    <a:pt x="7458" y="3069859"/>
                  </a:lnTo>
                  <a:lnTo>
                    <a:pt x="0" y="3023615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3389376" y="0"/>
                  </a:lnTo>
                  <a:lnTo>
                    <a:pt x="3435619" y="7458"/>
                  </a:lnTo>
                  <a:lnTo>
                    <a:pt x="3475781" y="28228"/>
                  </a:lnTo>
                  <a:lnTo>
                    <a:pt x="3507451" y="59898"/>
                  </a:lnTo>
                  <a:lnTo>
                    <a:pt x="3528221" y="100060"/>
                  </a:lnTo>
                  <a:lnTo>
                    <a:pt x="3535679" y="146304"/>
                  </a:lnTo>
                  <a:lnTo>
                    <a:pt x="3535679" y="3023615"/>
                  </a:lnTo>
                  <a:lnTo>
                    <a:pt x="3528221" y="3069859"/>
                  </a:lnTo>
                  <a:lnTo>
                    <a:pt x="3507451" y="3110021"/>
                  </a:lnTo>
                  <a:lnTo>
                    <a:pt x="3475781" y="3141691"/>
                  </a:lnTo>
                  <a:lnTo>
                    <a:pt x="3435619" y="3162461"/>
                  </a:lnTo>
                  <a:lnTo>
                    <a:pt x="3389376" y="31699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97296" y="3352851"/>
              <a:ext cx="2804795" cy="0"/>
            </a:xfrm>
            <a:custGeom>
              <a:avLst/>
              <a:gdLst/>
              <a:ahLst/>
              <a:cxnLst/>
              <a:rect l="l" t="t" r="r" b="b"/>
              <a:pathLst>
                <a:path w="2804795" h="0">
                  <a:moveTo>
                    <a:pt x="0" y="0"/>
                  </a:moveTo>
                  <a:lnTo>
                    <a:pt x="2804202" y="0"/>
                  </a:lnTo>
                </a:path>
              </a:pathLst>
            </a:custGeom>
            <a:ln w="42333">
              <a:solidFill>
                <a:srgbClr val="00D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95400" y="3842734"/>
            <a:ext cx="2441575" cy="1499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5350" spc="45" b="1">
                <a:solidFill>
                  <a:srgbClr val="00D9FF"/>
                </a:solidFill>
                <a:latin typeface="Arial"/>
                <a:cs typeface="Arial"/>
              </a:rPr>
              <a:t>97</a:t>
            </a:r>
            <a:r>
              <a:rPr dirty="0" sz="5000" spc="45" b="1">
                <a:solidFill>
                  <a:srgbClr val="00D9FF"/>
                </a:solidFill>
                <a:latin typeface="Gadugi"/>
                <a:cs typeface="Gadugi"/>
              </a:rPr>
              <a:t>.</a:t>
            </a:r>
            <a:r>
              <a:rPr dirty="0" sz="5350" spc="45" b="1">
                <a:solidFill>
                  <a:srgbClr val="00D9FF"/>
                </a:solidFill>
                <a:latin typeface="Arial"/>
                <a:cs typeface="Arial"/>
              </a:rPr>
              <a:t>36</a:t>
            </a:r>
            <a:r>
              <a:rPr dirty="0" sz="5300" spc="45">
                <a:solidFill>
                  <a:srgbClr val="00D9FF"/>
                </a:solidFill>
                <a:latin typeface="Arial Black"/>
                <a:cs typeface="Arial Black"/>
              </a:rPr>
              <a:t>%</a:t>
            </a:r>
            <a:endParaRPr sz="5300">
              <a:latin typeface="Arial Black"/>
              <a:cs typeface="Arial Black"/>
            </a:endParaRPr>
          </a:p>
          <a:p>
            <a:pPr algn="ctr" marR="44450">
              <a:lnSpc>
                <a:spcPct val="100000"/>
              </a:lnSpc>
              <a:spcBef>
                <a:spcPts val="3030"/>
              </a:spcBef>
            </a:pPr>
            <a:r>
              <a:rPr dirty="0" sz="1800" spc="95" b="1">
                <a:solidFill>
                  <a:srgbClr val="F5F6FA"/>
                </a:solidFill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11108" y="2987085"/>
            <a:ext cx="3535679" cy="3169920"/>
            <a:chOff x="4511108" y="2987085"/>
            <a:chExt cx="3535679" cy="3169920"/>
          </a:xfrm>
        </p:grpSpPr>
        <p:sp>
          <p:nvSpPr>
            <p:cNvPr id="10" name="object 10"/>
            <p:cNvSpPr/>
            <p:nvPr/>
          </p:nvSpPr>
          <p:spPr>
            <a:xfrm>
              <a:off x="4511108" y="2987085"/>
              <a:ext cx="3535679" cy="3169920"/>
            </a:xfrm>
            <a:custGeom>
              <a:avLst/>
              <a:gdLst/>
              <a:ahLst/>
              <a:cxnLst/>
              <a:rect l="l" t="t" r="r" b="b"/>
              <a:pathLst>
                <a:path w="3535679" h="3169920">
                  <a:moveTo>
                    <a:pt x="3389376" y="3169920"/>
                  </a:moveTo>
                  <a:lnTo>
                    <a:pt x="146303" y="3169920"/>
                  </a:lnTo>
                  <a:lnTo>
                    <a:pt x="100060" y="3162461"/>
                  </a:lnTo>
                  <a:lnTo>
                    <a:pt x="59898" y="3141691"/>
                  </a:lnTo>
                  <a:lnTo>
                    <a:pt x="28228" y="3110021"/>
                  </a:lnTo>
                  <a:lnTo>
                    <a:pt x="7458" y="3069859"/>
                  </a:lnTo>
                  <a:lnTo>
                    <a:pt x="0" y="3023615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3" y="0"/>
                  </a:lnTo>
                  <a:lnTo>
                    <a:pt x="3389376" y="0"/>
                  </a:lnTo>
                  <a:lnTo>
                    <a:pt x="3435619" y="7458"/>
                  </a:lnTo>
                  <a:lnTo>
                    <a:pt x="3475781" y="28228"/>
                  </a:lnTo>
                  <a:lnTo>
                    <a:pt x="3507451" y="59898"/>
                  </a:lnTo>
                  <a:lnTo>
                    <a:pt x="3528220" y="100060"/>
                  </a:lnTo>
                  <a:lnTo>
                    <a:pt x="3535679" y="146304"/>
                  </a:lnTo>
                  <a:lnTo>
                    <a:pt x="3535679" y="3023615"/>
                  </a:lnTo>
                  <a:lnTo>
                    <a:pt x="3528220" y="3069859"/>
                  </a:lnTo>
                  <a:lnTo>
                    <a:pt x="3507451" y="3110021"/>
                  </a:lnTo>
                  <a:lnTo>
                    <a:pt x="3475781" y="3141691"/>
                  </a:lnTo>
                  <a:lnTo>
                    <a:pt x="3435619" y="3162461"/>
                  </a:lnTo>
                  <a:lnTo>
                    <a:pt x="3389376" y="31699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76874" y="3352851"/>
              <a:ext cx="2804795" cy="0"/>
            </a:xfrm>
            <a:custGeom>
              <a:avLst/>
              <a:gdLst/>
              <a:ahLst/>
              <a:cxnLst/>
              <a:rect l="l" t="t" r="r" b="b"/>
              <a:pathLst>
                <a:path w="2804795" h="0">
                  <a:moveTo>
                    <a:pt x="0" y="0"/>
                  </a:moveTo>
                  <a:lnTo>
                    <a:pt x="2804202" y="0"/>
                  </a:lnTo>
                </a:path>
              </a:pathLst>
            </a:custGeom>
            <a:ln w="42333">
              <a:solidFill>
                <a:srgbClr val="00D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029200" y="3842734"/>
            <a:ext cx="2505075" cy="1499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5350" spc="135" b="1">
                <a:solidFill>
                  <a:srgbClr val="00D9FF"/>
                </a:solidFill>
                <a:latin typeface="Arial"/>
                <a:cs typeface="Arial"/>
              </a:rPr>
              <a:t>99</a:t>
            </a:r>
            <a:r>
              <a:rPr dirty="0" sz="5000" spc="135" b="1">
                <a:solidFill>
                  <a:srgbClr val="00D9FF"/>
                </a:solidFill>
                <a:latin typeface="Gadugi"/>
                <a:cs typeface="Gadugi"/>
              </a:rPr>
              <a:t>.</a:t>
            </a:r>
            <a:r>
              <a:rPr dirty="0" sz="5350" spc="135" b="1">
                <a:solidFill>
                  <a:srgbClr val="00D9FF"/>
                </a:solidFill>
                <a:latin typeface="Arial"/>
                <a:cs typeface="Arial"/>
              </a:rPr>
              <a:t>05</a:t>
            </a:r>
            <a:r>
              <a:rPr dirty="0" sz="5300" spc="135">
                <a:solidFill>
                  <a:srgbClr val="00D9FF"/>
                </a:solidFill>
                <a:latin typeface="Arial Black"/>
                <a:cs typeface="Arial Black"/>
              </a:rPr>
              <a:t>%</a:t>
            </a:r>
            <a:endParaRPr sz="5300">
              <a:latin typeface="Arial Black"/>
              <a:cs typeface="Arial Black"/>
            </a:endParaRPr>
          </a:p>
          <a:p>
            <a:pPr algn="ctr" marR="42545">
              <a:lnSpc>
                <a:spcPct val="100000"/>
              </a:lnSpc>
              <a:spcBef>
                <a:spcPts val="3030"/>
              </a:spcBef>
            </a:pPr>
            <a:r>
              <a:rPr dirty="0" sz="1800" spc="50" b="1">
                <a:solidFill>
                  <a:srgbClr val="F5F6FA"/>
                </a:solidFill>
                <a:latin typeface="Arial"/>
                <a:cs typeface="Arial"/>
              </a:rPr>
              <a:t>PRECISION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90686" y="2987085"/>
            <a:ext cx="3535679" cy="3169920"/>
            <a:chOff x="8290686" y="2987085"/>
            <a:chExt cx="3535679" cy="3169920"/>
          </a:xfrm>
        </p:grpSpPr>
        <p:sp>
          <p:nvSpPr>
            <p:cNvPr id="14" name="object 14"/>
            <p:cNvSpPr/>
            <p:nvPr/>
          </p:nvSpPr>
          <p:spPr>
            <a:xfrm>
              <a:off x="8290686" y="2987085"/>
              <a:ext cx="3535679" cy="3169920"/>
            </a:xfrm>
            <a:custGeom>
              <a:avLst/>
              <a:gdLst/>
              <a:ahLst/>
              <a:cxnLst/>
              <a:rect l="l" t="t" r="r" b="b"/>
              <a:pathLst>
                <a:path w="3535679" h="3169920">
                  <a:moveTo>
                    <a:pt x="3389376" y="3169920"/>
                  </a:moveTo>
                  <a:lnTo>
                    <a:pt x="146304" y="3169920"/>
                  </a:lnTo>
                  <a:lnTo>
                    <a:pt x="100060" y="3162461"/>
                  </a:lnTo>
                  <a:lnTo>
                    <a:pt x="59898" y="3141691"/>
                  </a:lnTo>
                  <a:lnTo>
                    <a:pt x="28228" y="3110021"/>
                  </a:lnTo>
                  <a:lnTo>
                    <a:pt x="7458" y="3069859"/>
                  </a:lnTo>
                  <a:lnTo>
                    <a:pt x="0" y="3023615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3389376" y="0"/>
                  </a:lnTo>
                  <a:lnTo>
                    <a:pt x="3435619" y="7458"/>
                  </a:lnTo>
                  <a:lnTo>
                    <a:pt x="3475781" y="28228"/>
                  </a:lnTo>
                  <a:lnTo>
                    <a:pt x="3507451" y="59898"/>
                  </a:lnTo>
                  <a:lnTo>
                    <a:pt x="3528221" y="100060"/>
                  </a:lnTo>
                  <a:lnTo>
                    <a:pt x="3535680" y="146304"/>
                  </a:lnTo>
                  <a:lnTo>
                    <a:pt x="3535680" y="3023615"/>
                  </a:lnTo>
                  <a:lnTo>
                    <a:pt x="3528221" y="3069859"/>
                  </a:lnTo>
                  <a:lnTo>
                    <a:pt x="3507451" y="3110021"/>
                  </a:lnTo>
                  <a:lnTo>
                    <a:pt x="3475781" y="3141691"/>
                  </a:lnTo>
                  <a:lnTo>
                    <a:pt x="3435619" y="3162461"/>
                  </a:lnTo>
                  <a:lnTo>
                    <a:pt x="3389376" y="31699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56452" y="3352851"/>
              <a:ext cx="2804795" cy="0"/>
            </a:xfrm>
            <a:custGeom>
              <a:avLst/>
              <a:gdLst/>
              <a:ahLst/>
              <a:cxnLst/>
              <a:rect l="l" t="t" r="r" b="b"/>
              <a:pathLst>
                <a:path w="2804795" h="0">
                  <a:moveTo>
                    <a:pt x="0" y="0"/>
                  </a:moveTo>
                  <a:lnTo>
                    <a:pt x="2804202" y="0"/>
                  </a:lnTo>
                </a:path>
              </a:pathLst>
            </a:custGeom>
            <a:ln w="42333">
              <a:solidFill>
                <a:srgbClr val="00D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839200" y="3842734"/>
            <a:ext cx="2466975" cy="1499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5350" spc="80" b="1">
                <a:solidFill>
                  <a:srgbClr val="00D9FF"/>
                </a:solidFill>
                <a:latin typeface="Arial"/>
                <a:cs typeface="Arial"/>
              </a:rPr>
              <a:t>92</a:t>
            </a:r>
            <a:r>
              <a:rPr dirty="0" sz="5000" spc="80" b="1">
                <a:solidFill>
                  <a:srgbClr val="00D9FF"/>
                </a:solidFill>
                <a:latin typeface="Gadugi"/>
                <a:cs typeface="Gadugi"/>
              </a:rPr>
              <a:t>.</a:t>
            </a:r>
            <a:r>
              <a:rPr dirty="0" sz="5350" spc="80" b="1">
                <a:solidFill>
                  <a:srgbClr val="00D9FF"/>
                </a:solidFill>
                <a:latin typeface="Arial"/>
                <a:cs typeface="Arial"/>
              </a:rPr>
              <a:t>86</a:t>
            </a:r>
            <a:r>
              <a:rPr dirty="0" sz="5300" spc="80">
                <a:solidFill>
                  <a:srgbClr val="00D9FF"/>
                </a:solidFill>
                <a:latin typeface="Arial Black"/>
                <a:cs typeface="Arial Black"/>
              </a:rPr>
              <a:t>%</a:t>
            </a:r>
            <a:endParaRPr sz="5300">
              <a:latin typeface="Arial Black"/>
              <a:cs typeface="Arial Black"/>
            </a:endParaRPr>
          </a:p>
          <a:p>
            <a:pPr algn="ctr" marR="49530">
              <a:lnSpc>
                <a:spcPct val="100000"/>
              </a:lnSpc>
              <a:spcBef>
                <a:spcPts val="3030"/>
              </a:spcBef>
            </a:pPr>
            <a:r>
              <a:rPr dirty="0" sz="1800" spc="60" b="1">
                <a:solidFill>
                  <a:srgbClr val="F5F6FA"/>
                </a:solidFill>
                <a:latin typeface="Arial"/>
                <a:cs typeface="Arial"/>
              </a:rPr>
              <a:t>RECALL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070264" y="2987085"/>
            <a:ext cx="3535679" cy="3169920"/>
            <a:chOff x="12070264" y="2987085"/>
            <a:chExt cx="3535679" cy="3169920"/>
          </a:xfrm>
        </p:grpSpPr>
        <p:sp>
          <p:nvSpPr>
            <p:cNvPr id="18" name="object 18"/>
            <p:cNvSpPr/>
            <p:nvPr/>
          </p:nvSpPr>
          <p:spPr>
            <a:xfrm>
              <a:off x="12070264" y="2987085"/>
              <a:ext cx="3535679" cy="3169920"/>
            </a:xfrm>
            <a:custGeom>
              <a:avLst/>
              <a:gdLst/>
              <a:ahLst/>
              <a:cxnLst/>
              <a:rect l="l" t="t" r="r" b="b"/>
              <a:pathLst>
                <a:path w="3535680" h="3169920">
                  <a:moveTo>
                    <a:pt x="3389375" y="3169920"/>
                  </a:moveTo>
                  <a:lnTo>
                    <a:pt x="146304" y="3169920"/>
                  </a:lnTo>
                  <a:lnTo>
                    <a:pt x="100060" y="3162461"/>
                  </a:lnTo>
                  <a:lnTo>
                    <a:pt x="59898" y="3141691"/>
                  </a:lnTo>
                  <a:lnTo>
                    <a:pt x="28228" y="3110021"/>
                  </a:lnTo>
                  <a:lnTo>
                    <a:pt x="7458" y="3069859"/>
                  </a:lnTo>
                  <a:lnTo>
                    <a:pt x="0" y="3023615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3389375" y="0"/>
                  </a:lnTo>
                  <a:lnTo>
                    <a:pt x="3435618" y="7458"/>
                  </a:lnTo>
                  <a:lnTo>
                    <a:pt x="3475780" y="28228"/>
                  </a:lnTo>
                  <a:lnTo>
                    <a:pt x="3507451" y="59898"/>
                  </a:lnTo>
                  <a:lnTo>
                    <a:pt x="3528220" y="100060"/>
                  </a:lnTo>
                  <a:lnTo>
                    <a:pt x="3535679" y="146304"/>
                  </a:lnTo>
                  <a:lnTo>
                    <a:pt x="3535679" y="3023615"/>
                  </a:lnTo>
                  <a:lnTo>
                    <a:pt x="3528220" y="3069859"/>
                  </a:lnTo>
                  <a:lnTo>
                    <a:pt x="3507451" y="3110021"/>
                  </a:lnTo>
                  <a:lnTo>
                    <a:pt x="3475780" y="3141691"/>
                  </a:lnTo>
                  <a:lnTo>
                    <a:pt x="3435618" y="3162461"/>
                  </a:lnTo>
                  <a:lnTo>
                    <a:pt x="3389375" y="3169920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36029" y="3352851"/>
              <a:ext cx="2804795" cy="0"/>
            </a:xfrm>
            <a:custGeom>
              <a:avLst/>
              <a:gdLst/>
              <a:ahLst/>
              <a:cxnLst/>
              <a:rect l="l" t="t" r="r" b="b"/>
              <a:pathLst>
                <a:path w="2804794" h="0">
                  <a:moveTo>
                    <a:pt x="0" y="0"/>
                  </a:moveTo>
                  <a:lnTo>
                    <a:pt x="2804203" y="0"/>
                  </a:lnTo>
                </a:path>
              </a:pathLst>
            </a:custGeom>
            <a:ln w="42333">
              <a:solidFill>
                <a:srgbClr val="00D9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2623800" y="3842734"/>
            <a:ext cx="2466975" cy="1499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5350" spc="85" b="1">
                <a:solidFill>
                  <a:srgbClr val="00D9FF"/>
                </a:solidFill>
                <a:latin typeface="Arial"/>
                <a:cs typeface="Arial"/>
              </a:rPr>
              <a:t>95</a:t>
            </a:r>
            <a:r>
              <a:rPr dirty="0" sz="5000" spc="85" b="1">
                <a:solidFill>
                  <a:srgbClr val="00D9FF"/>
                </a:solidFill>
                <a:latin typeface="Gadugi"/>
                <a:cs typeface="Gadugi"/>
              </a:rPr>
              <a:t>.</a:t>
            </a:r>
            <a:r>
              <a:rPr dirty="0" sz="5350" spc="85" b="1">
                <a:solidFill>
                  <a:srgbClr val="00D9FF"/>
                </a:solidFill>
                <a:latin typeface="Arial"/>
                <a:cs typeface="Arial"/>
              </a:rPr>
              <a:t>85</a:t>
            </a:r>
            <a:r>
              <a:rPr dirty="0" sz="5300" spc="85">
                <a:solidFill>
                  <a:srgbClr val="00D9FF"/>
                </a:solidFill>
                <a:latin typeface="Arial Black"/>
                <a:cs typeface="Arial Black"/>
              </a:rPr>
              <a:t>%</a:t>
            </a:r>
            <a:endParaRPr sz="5300">
              <a:latin typeface="Arial Black"/>
              <a:cs typeface="Arial Black"/>
            </a:endParaRPr>
          </a:p>
          <a:p>
            <a:pPr algn="ctr" marR="51435">
              <a:lnSpc>
                <a:spcPct val="100000"/>
              </a:lnSpc>
              <a:spcBef>
                <a:spcPts val="3030"/>
              </a:spcBef>
            </a:pPr>
            <a:r>
              <a:rPr dirty="0" sz="1800" b="1">
                <a:solidFill>
                  <a:srgbClr val="F5F6FA"/>
                </a:solidFill>
                <a:latin typeface="Arial"/>
                <a:cs typeface="Arial"/>
              </a:rPr>
              <a:t>F</a:t>
            </a:r>
            <a:r>
              <a:rPr dirty="0" sz="1750" b="1">
                <a:solidFill>
                  <a:srgbClr val="F5F6FA"/>
                </a:solidFill>
                <a:latin typeface="Sitka Display"/>
                <a:cs typeface="Sitka Display"/>
              </a:rPr>
              <a:t>1</a:t>
            </a:r>
            <a:r>
              <a:rPr dirty="0" sz="1750" spc="-140" b="1">
                <a:solidFill>
                  <a:srgbClr val="F5F6FA"/>
                </a:solidFill>
                <a:latin typeface="Sitka Display"/>
                <a:cs typeface="Sitka Display"/>
              </a:rPr>
              <a:t> </a:t>
            </a:r>
            <a:r>
              <a:rPr dirty="0" sz="1650" b="1">
                <a:solidFill>
                  <a:srgbClr val="F5F6FA"/>
                </a:solidFill>
                <a:latin typeface="Roboto Cn"/>
                <a:cs typeface="Roboto Cn"/>
              </a:rPr>
              <a:t>-</a:t>
            </a:r>
            <a:r>
              <a:rPr dirty="0" sz="1650" spc="-75" b="1">
                <a:solidFill>
                  <a:srgbClr val="F5F6FA"/>
                </a:solidFill>
                <a:latin typeface="Roboto Cn"/>
                <a:cs typeface="Roboto Cn"/>
              </a:rPr>
              <a:t> </a:t>
            </a:r>
            <a:r>
              <a:rPr dirty="0" sz="1800" spc="-20" b="1">
                <a:solidFill>
                  <a:srgbClr val="F5F6FA"/>
                </a:solidFill>
                <a:latin typeface="Arial"/>
                <a:cs typeface="Arial"/>
              </a:rPr>
              <a:t>SCORE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1531" y="6522819"/>
            <a:ext cx="14752955" cy="1645920"/>
            <a:chOff x="731531" y="6522819"/>
            <a:chExt cx="14752955" cy="1645920"/>
          </a:xfrm>
        </p:grpSpPr>
        <p:sp>
          <p:nvSpPr>
            <p:cNvPr id="22" name="object 22"/>
            <p:cNvSpPr/>
            <p:nvPr/>
          </p:nvSpPr>
          <p:spPr>
            <a:xfrm>
              <a:off x="731531" y="6522819"/>
              <a:ext cx="14752955" cy="1645920"/>
            </a:xfrm>
            <a:custGeom>
              <a:avLst/>
              <a:gdLst/>
              <a:ahLst/>
              <a:cxnLst/>
              <a:rect l="l" t="t" r="r" b="b"/>
              <a:pathLst>
                <a:path w="14752955" h="1645920">
                  <a:moveTo>
                    <a:pt x="14606269" y="1645920"/>
                  </a:moveTo>
                  <a:lnTo>
                    <a:pt x="146304" y="1645920"/>
                  </a:lnTo>
                  <a:lnTo>
                    <a:pt x="100060" y="1638461"/>
                  </a:lnTo>
                  <a:lnTo>
                    <a:pt x="59898" y="1617692"/>
                  </a:lnTo>
                  <a:lnTo>
                    <a:pt x="28228" y="1586021"/>
                  </a:lnTo>
                  <a:lnTo>
                    <a:pt x="7458" y="1545859"/>
                  </a:lnTo>
                  <a:lnTo>
                    <a:pt x="0" y="1499616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4" y="0"/>
                  </a:lnTo>
                  <a:lnTo>
                    <a:pt x="14606269" y="0"/>
                  </a:lnTo>
                  <a:lnTo>
                    <a:pt x="14652512" y="7458"/>
                  </a:lnTo>
                  <a:lnTo>
                    <a:pt x="14692674" y="28228"/>
                  </a:lnTo>
                  <a:lnTo>
                    <a:pt x="14724345" y="59898"/>
                  </a:lnTo>
                  <a:lnTo>
                    <a:pt x="14745114" y="100060"/>
                  </a:lnTo>
                  <a:lnTo>
                    <a:pt x="14752573" y="146304"/>
                  </a:lnTo>
                  <a:lnTo>
                    <a:pt x="14752573" y="1499616"/>
                  </a:lnTo>
                  <a:lnTo>
                    <a:pt x="14745114" y="1545859"/>
                  </a:lnTo>
                  <a:lnTo>
                    <a:pt x="14724345" y="1586021"/>
                  </a:lnTo>
                  <a:lnTo>
                    <a:pt x="14692674" y="1617692"/>
                  </a:lnTo>
                  <a:lnTo>
                    <a:pt x="14652512" y="1638461"/>
                  </a:lnTo>
                  <a:lnTo>
                    <a:pt x="14606269" y="1645920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97296" y="6827624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518160" y="1036319"/>
                  </a:moveTo>
                  <a:lnTo>
                    <a:pt x="470996" y="1034202"/>
                  </a:lnTo>
                  <a:lnTo>
                    <a:pt x="425020" y="1027971"/>
                  </a:lnTo>
                  <a:lnTo>
                    <a:pt x="380412" y="1017810"/>
                  </a:lnTo>
                  <a:lnTo>
                    <a:pt x="337357" y="1003902"/>
                  </a:lnTo>
                  <a:lnTo>
                    <a:pt x="296036" y="986429"/>
                  </a:lnTo>
                  <a:lnTo>
                    <a:pt x="256634" y="965575"/>
                  </a:lnTo>
                  <a:lnTo>
                    <a:pt x="219333" y="941523"/>
                  </a:lnTo>
                  <a:lnTo>
                    <a:pt x="184316" y="914454"/>
                  </a:lnTo>
                  <a:lnTo>
                    <a:pt x="151765" y="884554"/>
                  </a:lnTo>
                  <a:lnTo>
                    <a:pt x="121864" y="852003"/>
                  </a:lnTo>
                  <a:lnTo>
                    <a:pt x="94796" y="816986"/>
                  </a:lnTo>
                  <a:lnTo>
                    <a:pt x="70744" y="779684"/>
                  </a:lnTo>
                  <a:lnTo>
                    <a:pt x="49889" y="740282"/>
                  </a:lnTo>
                  <a:lnTo>
                    <a:pt x="32417" y="698962"/>
                  </a:lnTo>
                  <a:lnTo>
                    <a:pt x="18509" y="655907"/>
                  </a:lnTo>
                  <a:lnTo>
                    <a:pt x="8348" y="611299"/>
                  </a:lnTo>
                  <a:lnTo>
                    <a:pt x="2117" y="565322"/>
                  </a:lnTo>
                  <a:lnTo>
                    <a:pt x="0" y="518159"/>
                  </a:lnTo>
                  <a:lnTo>
                    <a:pt x="2117" y="470996"/>
                  </a:lnTo>
                  <a:lnTo>
                    <a:pt x="8348" y="425019"/>
                  </a:lnTo>
                  <a:lnTo>
                    <a:pt x="18509" y="380412"/>
                  </a:lnTo>
                  <a:lnTo>
                    <a:pt x="32417" y="337357"/>
                  </a:lnTo>
                  <a:lnTo>
                    <a:pt x="49889" y="296036"/>
                  </a:lnTo>
                  <a:lnTo>
                    <a:pt x="70744" y="256634"/>
                  </a:lnTo>
                  <a:lnTo>
                    <a:pt x="94796" y="219333"/>
                  </a:lnTo>
                  <a:lnTo>
                    <a:pt x="121864" y="184316"/>
                  </a:lnTo>
                  <a:lnTo>
                    <a:pt x="151765" y="151765"/>
                  </a:lnTo>
                  <a:lnTo>
                    <a:pt x="184316" y="121864"/>
                  </a:lnTo>
                  <a:lnTo>
                    <a:pt x="219333" y="94796"/>
                  </a:lnTo>
                  <a:lnTo>
                    <a:pt x="256634" y="70744"/>
                  </a:lnTo>
                  <a:lnTo>
                    <a:pt x="296036" y="49889"/>
                  </a:lnTo>
                  <a:lnTo>
                    <a:pt x="337357" y="32417"/>
                  </a:lnTo>
                  <a:lnTo>
                    <a:pt x="380412" y="18509"/>
                  </a:lnTo>
                  <a:lnTo>
                    <a:pt x="425020" y="8348"/>
                  </a:lnTo>
                  <a:lnTo>
                    <a:pt x="470996" y="2117"/>
                  </a:lnTo>
                  <a:lnTo>
                    <a:pt x="518160" y="0"/>
                  </a:lnTo>
                  <a:lnTo>
                    <a:pt x="565323" y="2117"/>
                  </a:lnTo>
                  <a:lnTo>
                    <a:pt x="611299" y="8348"/>
                  </a:lnTo>
                  <a:lnTo>
                    <a:pt x="655907" y="18509"/>
                  </a:lnTo>
                  <a:lnTo>
                    <a:pt x="698962" y="32417"/>
                  </a:lnTo>
                  <a:lnTo>
                    <a:pt x="740283" y="49889"/>
                  </a:lnTo>
                  <a:lnTo>
                    <a:pt x="779685" y="70744"/>
                  </a:lnTo>
                  <a:lnTo>
                    <a:pt x="816986" y="94796"/>
                  </a:lnTo>
                  <a:lnTo>
                    <a:pt x="852003" y="121864"/>
                  </a:lnTo>
                  <a:lnTo>
                    <a:pt x="884554" y="151765"/>
                  </a:lnTo>
                  <a:lnTo>
                    <a:pt x="914455" y="184316"/>
                  </a:lnTo>
                  <a:lnTo>
                    <a:pt x="941523" y="219333"/>
                  </a:lnTo>
                  <a:lnTo>
                    <a:pt x="965575" y="256634"/>
                  </a:lnTo>
                  <a:lnTo>
                    <a:pt x="986429" y="296036"/>
                  </a:lnTo>
                  <a:lnTo>
                    <a:pt x="1003902" y="337357"/>
                  </a:lnTo>
                  <a:lnTo>
                    <a:pt x="1017810" y="380412"/>
                  </a:lnTo>
                  <a:lnTo>
                    <a:pt x="1027971" y="425019"/>
                  </a:lnTo>
                  <a:lnTo>
                    <a:pt x="1034202" y="470996"/>
                  </a:lnTo>
                  <a:lnTo>
                    <a:pt x="1036319" y="518159"/>
                  </a:lnTo>
                  <a:lnTo>
                    <a:pt x="1034202" y="565322"/>
                  </a:lnTo>
                  <a:lnTo>
                    <a:pt x="1027971" y="611299"/>
                  </a:lnTo>
                  <a:lnTo>
                    <a:pt x="1017810" y="655907"/>
                  </a:lnTo>
                  <a:lnTo>
                    <a:pt x="1003902" y="698962"/>
                  </a:lnTo>
                  <a:lnTo>
                    <a:pt x="986429" y="740282"/>
                  </a:lnTo>
                  <a:lnTo>
                    <a:pt x="965575" y="779684"/>
                  </a:lnTo>
                  <a:lnTo>
                    <a:pt x="941523" y="816986"/>
                  </a:lnTo>
                  <a:lnTo>
                    <a:pt x="914455" y="852003"/>
                  </a:lnTo>
                  <a:lnTo>
                    <a:pt x="884554" y="884554"/>
                  </a:lnTo>
                  <a:lnTo>
                    <a:pt x="852003" y="914454"/>
                  </a:lnTo>
                  <a:lnTo>
                    <a:pt x="816986" y="941523"/>
                  </a:lnTo>
                  <a:lnTo>
                    <a:pt x="779685" y="965575"/>
                  </a:lnTo>
                  <a:lnTo>
                    <a:pt x="740283" y="986429"/>
                  </a:lnTo>
                  <a:lnTo>
                    <a:pt x="698962" y="1003902"/>
                  </a:lnTo>
                  <a:lnTo>
                    <a:pt x="655907" y="1017810"/>
                  </a:lnTo>
                  <a:lnTo>
                    <a:pt x="611299" y="1027971"/>
                  </a:lnTo>
                  <a:lnTo>
                    <a:pt x="565323" y="1034202"/>
                  </a:lnTo>
                  <a:lnTo>
                    <a:pt x="518160" y="1036319"/>
                  </a:lnTo>
                  <a:close/>
                </a:path>
              </a:pathLst>
            </a:custGeom>
            <a:solidFill>
              <a:srgbClr val="FFB1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7099300"/>
              <a:ext cx="495300" cy="4953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540000" y="6958165"/>
            <a:ext cx="12232640" cy="68008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310"/>
              </a:spcBef>
            </a:pPr>
            <a:r>
              <a:rPr dirty="0" sz="2200" spc="-85">
                <a:solidFill>
                  <a:srgbClr val="F5F6FA"/>
                </a:solidFill>
                <a:latin typeface="Arial MT"/>
                <a:cs typeface="Arial MT"/>
              </a:rPr>
              <a:t>Successfully</a:t>
            </a:r>
            <a:r>
              <a:rPr dirty="0" sz="2200" spc="-2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F5F6FA"/>
                </a:solidFill>
                <a:latin typeface="Arial MT"/>
                <a:cs typeface="Arial MT"/>
              </a:rPr>
              <a:t>distinguishes</a:t>
            </a:r>
            <a:r>
              <a:rPr dirty="0" sz="2200" spc="-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F5F6FA"/>
                </a:solidFill>
                <a:latin typeface="Arial MT"/>
                <a:cs typeface="Arial MT"/>
              </a:rPr>
              <a:t>spam</a:t>
            </a:r>
            <a:r>
              <a:rPr dirty="0" sz="2200" spc="-20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F5F6FA"/>
                </a:solidFill>
                <a:latin typeface="Arial MT"/>
                <a:cs typeface="Arial MT"/>
              </a:rPr>
              <a:t>emails</a:t>
            </a:r>
            <a:r>
              <a:rPr dirty="0" sz="2200" spc="-9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F5F6FA"/>
                </a:solidFill>
                <a:latin typeface="Arial MT"/>
                <a:cs typeface="Arial MT"/>
              </a:rPr>
              <a:t>from</a:t>
            </a:r>
            <a:r>
              <a:rPr dirty="0" sz="2200" spc="-2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F5F6FA"/>
                </a:solidFill>
                <a:latin typeface="Arial MT"/>
                <a:cs typeface="Arial MT"/>
              </a:rPr>
              <a:t>legitimate</a:t>
            </a:r>
            <a:r>
              <a:rPr dirty="0" sz="2200" spc="-13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F5F6FA"/>
                </a:solidFill>
                <a:latin typeface="Arial MT"/>
                <a:cs typeface="Arial MT"/>
              </a:rPr>
              <a:t>emails</a:t>
            </a:r>
            <a:r>
              <a:rPr dirty="0" sz="2200" spc="-204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F5F6FA"/>
                </a:solidFill>
                <a:latin typeface="Arial MT"/>
                <a:cs typeface="Arial MT"/>
              </a:rPr>
              <a:t>with</a:t>
            </a:r>
            <a:r>
              <a:rPr dirty="0" sz="2200" spc="-9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F5F6FA"/>
                </a:solidFill>
                <a:latin typeface="Arial MT"/>
                <a:cs typeface="Arial MT"/>
              </a:rPr>
              <a:t>high</a:t>
            </a:r>
            <a:r>
              <a:rPr dirty="0" sz="2200" spc="-9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F5F6FA"/>
                </a:solidFill>
                <a:latin typeface="Arial MT"/>
                <a:cs typeface="Arial MT"/>
              </a:rPr>
              <a:t>accuracy</a:t>
            </a:r>
            <a:r>
              <a:rPr dirty="0" sz="2150" spc="-25">
                <a:solidFill>
                  <a:srgbClr val="F5F6FA"/>
                </a:solidFill>
                <a:latin typeface="Arial MT"/>
                <a:cs typeface="Arial MT"/>
              </a:rPr>
              <a:t>—</a:t>
            </a:r>
            <a:r>
              <a:rPr dirty="0" sz="2150" spc="-36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F5F6FA"/>
                </a:solidFill>
                <a:latin typeface="Arial MT"/>
                <a:cs typeface="Arial MT"/>
              </a:rPr>
              <a:t>validated</a:t>
            </a:r>
            <a:r>
              <a:rPr dirty="0" sz="22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F5F6FA"/>
                </a:solidFill>
                <a:latin typeface="Arial MT"/>
                <a:cs typeface="Arial MT"/>
              </a:rPr>
              <a:t>across</a:t>
            </a:r>
            <a:r>
              <a:rPr dirty="0" sz="2200" spc="-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F5F6FA"/>
                </a:solidFill>
                <a:latin typeface="Arial MT"/>
                <a:cs typeface="Arial MT"/>
              </a:rPr>
              <a:t>the</a:t>
            </a:r>
            <a:r>
              <a:rPr dirty="0" sz="2200" spc="-2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5F6FA"/>
                </a:solidFill>
                <a:latin typeface="Arial MT"/>
                <a:cs typeface="Arial MT"/>
              </a:rPr>
              <a:t>full </a:t>
            </a:r>
            <a:r>
              <a:rPr dirty="0" sz="2200" spc="-55">
                <a:solidFill>
                  <a:srgbClr val="F5F6FA"/>
                </a:solidFill>
                <a:latin typeface="Arial MT"/>
                <a:cs typeface="Arial MT"/>
              </a:rPr>
              <a:t>testing</a:t>
            </a:r>
            <a:r>
              <a:rPr dirty="0" sz="2200" spc="-13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5F6FA"/>
                </a:solidFill>
                <a:latin typeface="Arial MT"/>
                <a:cs typeface="Arial MT"/>
              </a:rPr>
              <a:t>set</a:t>
            </a:r>
            <a:r>
              <a:rPr dirty="0" sz="2150" spc="-20">
                <a:solidFill>
                  <a:srgbClr val="F5F6FA"/>
                </a:solidFill>
                <a:latin typeface="Arial MT"/>
                <a:cs typeface="Arial MT"/>
              </a:rPr>
              <a:t>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128778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55" b="1">
                <a:solidFill>
                  <a:srgbClr val="00D9FF"/>
                </a:solidFill>
                <a:latin typeface="Arial"/>
                <a:cs typeface="Arial"/>
              </a:rPr>
              <a:t>P</a:t>
            </a:r>
            <a:r>
              <a:rPr dirty="0" sz="1800" spc="-254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55" b="1">
                <a:solidFill>
                  <a:srgbClr val="00D9FF"/>
                </a:solidFill>
                <a:latin typeface="Arial"/>
                <a:cs typeface="Arial"/>
              </a:rPr>
              <a:t>ROD</a:t>
            </a:r>
            <a:r>
              <a:rPr dirty="0" sz="1800" spc="-18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00D9FF"/>
                </a:solidFill>
                <a:latin typeface="Arial"/>
                <a:cs typeface="Arial"/>
              </a:rPr>
              <a:t>U</a:t>
            </a:r>
            <a:r>
              <a:rPr dirty="0" sz="1800" spc="-25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35" b="1">
                <a:solidFill>
                  <a:srgbClr val="00D9FF"/>
                </a:solidFill>
                <a:latin typeface="Arial"/>
                <a:cs typeface="Arial"/>
              </a:rPr>
              <a:t>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35"/>
              <a:t>C</a:t>
            </a:r>
            <a:r>
              <a:rPr dirty="0" spc="-235"/>
              <a:t>y</a:t>
            </a:r>
            <a:r>
              <a:rPr dirty="0" sz="4500" spc="-235"/>
              <a:t>be</a:t>
            </a:r>
            <a:r>
              <a:rPr dirty="0" spc="-235"/>
              <a:t>r</a:t>
            </a:r>
            <a:r>
              <a:rPr dirty="0" sz="4500" spc="-235"/>
              <a:t>I</a:t>
            </a:r>
            <a:r>
              <a:rPr dirty="0" spc="-235"/>
              <a:t>n</a:t>
            </a:r>
            <a:r>
              <a:rPr dirty="0" sz="4500" spc="-235"/>
              <a:t>b</a:t>
            </a:r>
            <a:r>
              <a:rPr dirty="0" spc="-235"/>
              <a:t>ox</a:t>
            </a:r>
            <a:r>
              <a:rPr dirty="0" spc="-630"/>
              <a:t> </a:t>
            </a:r>
            <a:r>
              <a:rPr dirty="0" sz="4500" spc="-95"/>
              <a:t>I</a:t>
            </a:r>
            <a:r>
              <a:rPr dirty="0" spc="-95"/>
              <a:t>nt</a:t>
            </a:r>
            <a:r>
              <a:rPr dirty="0" sz="4500" spc="-95"/>
              <a:t>e</a:t>
            </a:r>
            <a:r>
              <a:rPr dirty="0" spc="-95"/>
              <a:t>rf</a:t>
            </a:r>
            <a:r>
              <a:rPr dirty="0" sz="4500" spc="-95"/>
              <a:t>ace</a:t>
            </a:r>
            <a:endParaRPr sz="4500"/>
          </a:p>
        </p:txBody>
      </p:sp>
      <p:grpSp>
        <p:nvGrpSpPr>
          <p:cNvPr id="4" name="object 4"/>
          <p:cNvGrpSpPr/>
          <p:nvPr/>
        </p:nvGrpSpPr>
        <p:grpSpPr>
          <a:xfrm>
            <a:off x="731531" y="2316515"/>
            <a:ext cx="14752955" cy="5791835"/>
            <a:chOff x="731531" y="2316515"/>
            <a:chExt cx="14752955" cy="5791835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14752955" cy="5791835"/>
            </a:xfrm>
            <a:custGeom>
              <a:avLst/>
              <a:gdLst/>
              <a:ahLst/>
              <a:cxnLst/>
              <a:rect l="l" t="t" r="r" b="b"/>
              <a:pathLst>
                <a:path w="14752955" h="5791834">
                  <a:moveTo>
                    <a:pt x="14606142" y="5791327"/>
                  </a:moveTo>
                  <a:lnTo>
                    <a:pt x="146430" y="5791327"/>
                  </a:lnTo>
                  <a:lnTo>
                    <a:pt x="100147" y="5783861"/>
                  </a:lnTo>
                  <a:lnTo>
                    <a:pt x="59950" y="5763074"/>
                  </a:lnTo>
                  <a:lnTo>
                    <a:pt x="28252" y="5731376"/>
                  </a:lnTo>
                  <a:lnTo>
                    <a:pt x="7465" y="5691179"/>
                  </a:lnTo>
                  <a:lnTo>
                    <a:pt x="0" y="5644896"/>
                  </a:lnTo>
                  <a:lnTo>
                    <a:pt x="0" y="146430"/>
                  </a:lnTo>
                  <a:lnTo>
                    <a:pt x="7465" y="100147"/>
                  </a:lnTo>
                  <a:lnTo>
                    <a:pt x="28252" y="59950"/>
                  </a:lnTo>
                  <a:lnTo>
                    <a:pt x="59950" y="28252"/>
                  </a:lnTo>
                  <a:lnTo>
                    <a:pt x="100147" y="7465"/>
                  </a:lnTo>
                  <a:lnTo>
                    <a:pt x="146430" y="0"/>
                  </a:lnTo>
                  <a:lnTo>
                    <a:pt x="14606142" y="0"/>
                  </a:lnTo>
                  <a:lnTo>
                    <a:pt x="14652425" y="7465"/>
                  </a:lnTo>
                  <a:lnTo>
                    <a:pt x="14692622" y="28252"/>
                  </a:lnTo>
                  <a:lnTo>
                    <a:pt x="14724320" y="59950"/>
                  </a:lnTo>
                  <a:lnTo>
                    <a:pt x="14745108" y="100147"/>
                  </a:lnTo>
                  <a:lnTo>
                    <a:pt x="14752573" y="146430"/>
                  </a:lnTo>
                  <a:lnTo>
                    <a:pt x="14752573" y="5644896"/>
                  </a:lnTo>
                  <a:lnTo>
                    <a:pt x="14745108" y="5691179"/>
                  </a:lnTo>
                  <a:lnTo>
                    <a:pt x="14724320" y="5731376"/>
                  </a:lnTo>
                  <a:lnTo>
                    <a:pt x="14692622" y="5763074"/>
                  </a:lnTo>
                  <a:lnTo>
                    <a:pt x="14652425" y="5783861"/>
                  </a:lnTo>
                  <a:lnTo>
                    <a:pt x="14606142" y="5791327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41140" y="2865163"/>
              <a:ext cx="13533755" cy="4694555"/>
            </a:xfrm>
            <a:custGeom>
              <a:avLst/>
              <a:gdLst/>
              <a:ahLst/>
              <a:cxnLst/>
              <a:rect l="l" t="t" r="r" b="b"/>
              <a:pathLst>
                <a:path w="13533755" h="4694555">
                  <a:moveTo>
                    <a:pt x="13387069" y="4694047"/>
                  </a:moveTo>
                  <a:lnTo>
                    <a:pt x="146303" y="4694047"/>
                  </a:lnTo>
                  <a:lnTo>
                    <a:pt x="100060" y="4686588"/>
                  </a:lnTo>
                  <a:lnTo>
                    <a:pt x="59898" y="4665818"/>
                  </a:lnTo>
                  <a:lnTo>
                    <a:pt x="28228" y="4634148"/>
                  </a:lnTo>
                  <a:lnTo>
                    <a:pt x="7458" y="4593986"/>
                  </a:lnTo>
                  <a:lnTo>
                    <a:pt x="0" y="4547742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3" y="0"/>
                  </a:lnTo>
                  <a:lnTo>
                    <a:pt x="13387069" y="0"/>
                  </a:lnTo>
                  <a:lnTo>
                    <a:pt x="13433312" y="7458"/>
                  </a:lnTo>
                  <a:lnTo>
                    <a:pt x="13473474" y="28228"/>
                  </a:lnTo>
                  <a:lnTo>
                    <a:pt x="13505145" y="59898"/>
                  </a:lnTo>
                  <a:lnTo>
                    <a:pt x="13525914" y="100060"/>
                  </a:lnTo>
                  <a:lnTo>
                    <a:pt x="13533373" y="146304"/>
                  </a:lnTo>
                  <a:lnTo>
                    <a:pt x="13533373" y="4547742"/>
                  </a:lnTo>
                  <a:lnTo>
                    <a:pt x="13525914" y="4593986"/>
                  </a:lnTo>
                  <a:lnTo>
                    <a:pt x="13505145" y="4634148"/>
                  </a:lnTo>
                  <a:lnTo>
                    <a:pt x="13473474" y="4665818"/>
                  </a:lnTo>
                  <a:lnTo>
                    <a:pt x="13433312" y="4686588"/>
                  </a:lnTo>
                  <a:lnTo>
                    <a:pt x="13387069" y="4694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1500" y="3238500"/>
              <a:ext cx="12560300" cy="39370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128778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55" b="1">
                <a:solidFill>
                  <a:srgbClr val="00D9FF"/>
                </a:solidFill>
                <a:latin typeface="Arial"/>
                <a:cs typeface="Arial"/>
              </a:rPr>
              <a:t>P</a:t>
            </a:r>
            <a:r>
              <a:rPr dirty="0" sz="1800" spc="-254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55" b="1">
                <a:solidFill>
                  <a:srgbClr val="00D9FF"/>
                </a:solidFill>
                <a:latin typeface="Arial"/>
                <a:cs typeface="Arial"/>
              </a:rPr>
              <a:t>ROD</a:t>
            </a:r>
            <a:r>
              <a:rPr dirty="0" sz="1800" spc="-18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00D9FF"/>
                </a:solidFill>
                <a:latin typeface="Arial"/>
                <a:cs typeface="Arial"/>
              </a:rPr>
              <a:t>U</a:t>
            </a:r>
            <a:r>
              <a:rPr dirty="0" sz="1800" spc="-25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35" b="1">
                <a:solidFill>
                  <a:srgbClr val="00D9FF"/>
                </a:solidFill>
                <a:latin typeface="Arial"/>
                <a:cs typeface="Arial"/>
              </a:rPr>
              <a:t>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10"/>
              <a:t>Rea</a:t>
            </a:r>
            <a:r>
              <a:rPr dirty="0" spc="-210"/>
              <a:t>l</a:t>
            </a:r>
            <a:r>
              <a:rPr dirty="0" sz="4250" spc="-210">
                <a:latin typeface="Roboto Cn"/>
                <a:cs typeface="Roboto Cn"/>
              </a:rPr>
              <a:t>-</a:t>
            </a:r>
            <a:r>
              <a:rPr dirty="0" spc="-105"/>
              <a:t>tim</a:t>
            </a:r>
            <a:r>
              <a:rPr dirty="0" sz="4500" spc="-105"/>
              <a:t>e</a:t>
            </a:r>
            <a:r>
              <a:rPr dirty="0" sz="4500" spc="-465"/>
              <a:t> </a:t>
            </a:r>
            <a:r>
              <a:rPr dirty="0" sz="4500" spc="-305"/>
              <a:t>E</a:t>
            </a:r>
            <a:r>
              <a:rPr dirty="0" spc="-305"/>
              <a:t>m</a:t>
            </a:r>
            <a:r>
              <a:rPr dirty="0" sz="4500" spc="-305"/>
              <a:t>a</a:t>
            </a:r>
            <a:r>
              <a:rPr dirty="0" spc="-305"/>
              <a:t>il</a:t>
            </a:r>
            <a:r>
              <a:rPr dirty="0" spc="-210"/>
              <a:t> </a:t>
            </a:r>
            <a:r>
              <a:rPr dirty="0" sz="4500" spc="-270"/>
              <a:t>A</a:t>
            </a:r>
            <a:r>
              <a:rPr dirty="0" spc="-270"/>
              <a:t>n</a:t>
            </a:r>
            <a:r>
              <a:rPr dirty="0" sz="4500" spc="-270"/>
              <a:t>a</a:t>
            </a:r>
            <a:r>
              <a:rPr dirty="0" spc="-270"/>
              <a:t>lysis</a:t>
            </a:r>
            <a:r>
              <a:rPr dirty="0" spc="-425"/>
              <a:t> </a:t>
            </a:r>
            <a:r>
              <a:rPr dirty="0" sz="4500" spc="-180">
                <a:latin typeface="Georgia"/>
                <a:cs typeface="Georgia"/>
              </a:rPr>
              <a:t>&amp;</a:t>
            </a:r>
            <a:r>
              <a:rPr dirty="0" sz="4500" spc="-580">
                <a:latin typeface="Georgia"/>
                <a:cs typeface="Georgia"/>
              </a:rPr>
              <a:t> </a:t>
            </a:r>
            <a:r>
              <a:rPr dirty="0" sz="4500" spc="-165"/>
              <a:t>P</a:t>
            </a:r>
            <a:r>
              <a:rPr dirty="0" spc="-165"/>
              <a:t>r</a:t>
            </a:r>
            <a:r>
              <a:rPr dirty="0" sz="4500" spc="-165"/>
              <a:t>ed</a:t>
            </a:r>
            <a:r>
              <a:rPr dirty="0" spc="-165"/>
              <a:t>i</a:t>
            </a:r>
            <a:r>
              <a:rPr dirty="0" sz="4500" spc="-165"/>
              <a:t>c</a:t>
            </a:r>
            <a:r>
              <a:rPr dirty="0" spc="-165"/>
              <a:t>tion</a:t>
            </a:r>
            <a:endParaRPr sz="45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1531" y="2316515"/>
            <a:ext cx="14752955" cy="5791835"/>
            <a:chOff x="731531" y="2316515"/>
            <a:chExt cx="14752955" cy="5791835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14752955" cy="5791835"/>
            </a:xfrm>
            <a:custGeom>
              <a:avLst/>
              <a:gdLst/>
              <a:ahLst/>
              <a:cxnLst/>
              <a:rect l="l" t="t" r="r" b="b"/>
              <a:pathLst>
                <a:path w="14752955" h="5791834">
                  <a:moveTo>
                    <a:pt x="14606142" y="5791327"/>
                  </a:moveTo>
                  <a:lnTo>
                    <a:pt x="146430" y="5791327"/>
                  </a:lnTo>
                  <a:lnTo>
                    <a:pt x="100147" y="5783861"/>
                  </a:lnTo>
                  <a:lnTo>
                    <a:pt x="59950" y="5763074"/>
                  </a:lnTo>
                  <a:lnTo>
                    <a:pt x="28252" y="5731376"/>
                  </a:lnTo>
                  <a:lnTo>
                    <a:pt x="7465" y="5691179"/>
                  </a:lnTo>
                  <a:lnTo>
                    <a:pt x="0" y="5644896"/>
                  </a:lnTo>
                  <a:lnTo>
                    <a:pt x="0" y="146430"/>
                  </a:lnTo>
                  <a:lnTo>
                    <a:pt x="7465" y="100147"/>
                  </a:lnTo>
                  <a:lnTo>
                    <a:pt x="28252" y="59950"/>
                  </a:lnTo>
                  <a:lnTo>
                    <a:pt x="59950" y="28252"/>
                  </a:lnTo>
                  <a:lnTo>
                    <a:pt x="100147" y="7465"/>
                  </a:lnTo>
                  <a:lnTo>
                    <a:pt x="146430" y="0"/>
                  </a:lnTo>
                  <a:lnTo>
                    <a:pt x="14606142" y="0"/>
                  </a:lnTo>
                  <a:lnTo>
                    <a:pt x="14652425" y="7465"/>
                  </a:lnTo>
                  <a:lnTo>
                    <a:pt x="14692622" y="28252"/>
                  </a:lnTo>
                  <a:lnTo>
                    <a:pt x="14724320" y="59950"/>
                  </a:lnTo>
                  <a:lnTo>
                    <a:pt x="14745108" y="100147"/>
                  </a:lnTo>
                  <a:lnTo>
                    <a:pt x="14752573" y="146430"/>
                  </a:lnTo>
                  <a:lnTo>
                    <a:pt x="14752573" y="5644896"/>
                  </a:lnTo>
                  <a:lnTo>
                    <a:pt x="14745108" y="5691179"/>
                  </a:lnTo>
                  <a:lnTo>
                    <a:pt x="14724320" y="5731376"/>
                  </a:lnTo>
                  <a:lnTo>
                    <a:pt x="14692622" y="5763074"/>
                  </a:lnTo>
                  <a:lnTo>
                    <a:pt x="14652425" y="5783861"/>
                  </a:lnTo>
                  <a:lnTo>
                    <a:pt x="14606142" y="5791327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41140" y="2865163"/>
              <a:ext cx="13533755" cy="4694555"/>
            </a:xfrm>
            <a:custGeom>
              <a:avLst/>
              <a:gdLst/>
              <a:ahLst/>
              <a:cxnLst/>
              <a:rect l="l" t="t" r="r" b="b"/>
              <a:pathLst>
                <a:path w="13533755" h="4694555">
                  <a:moveTo>
                    <a:pt x="13387069" y="4694047"/>
                  </a:moveTo>
                  <a:lnTo>
                    <a:pt x="146303" y="4694047"/>
                  </a:lnTo>
                  <a:lnTo>
                    <a:pt x="100060" y="4686588"/>
                  </a:lnTo>
                  <a:lnTo>
                    <a:pt x="59898" y="4665818"/>
                  </a:lnTo>
                  <a:lnTo>
                    <a:pt x="28228" y="4634148"/>
                  </a:lnTo>
                  <a:lnTo>
                    <a:pt x="7458" y="4593986"/>
                  </a:lnTo>
                  <a:lnTo>
                    <a:pt x="0" y="4547742"/>
                  </a:lnTo>
                  <a:lnTo>
                    <a:pt x="0" y="146304"/>
                  </a:lnTo>
                  <a:lnTo>
                    <a:pt x="7458" y="100060"/>
                  </a:lnTo>
                  <a:lnTo>
                    <a:pt x="28228" y="59898"/>
                  </a:lnTo>
                  <a:lnTo>
                    <a:pt x="59898" y="28228"/>
                  </a:lnTo>
                  <a:lnTo>
                    <a:pt x="100060" y="7458"/>
                  </a:lnTo>
                  <a:lnTo>
                    <a:pt x="146303" y="0"/>
                  </a:lnTo>
                  <a:lnTo>
                    <a:pt x="13387069" y="0"/>
                  </a:lnTo>
                  <a:lnTo>
                    <a:pt x="13433312" y="7458"/>
                  </a:lnTo>
                  <a:lnTo>
                    <a:pt x="13473474" y="28228"/>
                  </a:lnTo>
                  <a:lnTo>
                    <a:pt x="13505145" y="59898"/>
                  </a:lnTo>
                  <a:lnTo>
                    <a:pt x="13525914" y="100060"/>
                  </a:lnTo>
                  <a:lnTo>
                    <a:pt x="13533373" y="146304"/>
                  </a:lnTo>
                  <a:lnTo>
                    <a:pt x="13533373" y="4547742"/>
                  </a:lnTo>
                  <a:lnTo>
                    <a:pt x="13525914" y="4593986"/>
                  </a:lnTo>
                  <a:lnTo>
                    <a:pt x="13505145" y="4634148"/>
                  </a:lnTo>
                  <a:lnTo>
                    <a:pt x="13473474" y="4665818"/>
                  </a:lnTo>
                  <a:lnTo>
                    <a:pt x="13433312" y="4686588"/>
                  </a:lnTo>
                  <a:lnTo>
                    <a:pt x="13387069" y="4694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0" y="3225800"/>
              <a:ext cx="12433300" cy="39751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72282"/>
            <a:ext cx="191262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155" b="1">
                <a:solidFill>
                  <a:srgbClr val="00D9FF"/>
                </a:solidFill>
                <a:latin typeface="Arial"/>
                <a:cs typeface="Arial"/>
              </a:rPr>
              <a:t>WRAP</a:t>
            </a:r>
            <a:r>
              <a:rPr dirty="0" sz="1800" spc="-2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PI</a:t>
            </a:r>
            <a:r>
              <a:rPr dirty="0" sz="1800" spc="-12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00D9FF"/>
                </a:solidFill>
                <a:latin typeface="Arial"/>
                <a:cs typeface="Arial"/>
              </a:rPr>
              <a:t>N</a:t>
            </a:r>
            <a:r>
              <a:rPr dirty="0" sz="1800" spc="-229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D9FF"/>
                </a:solidFill>
                <a:latin typeface="Arial"/>
                <a:cs typeface="Arial"/>
              </a:rPr>
              <a:t>G</a:t>
            </a:r>
            <a:r>
              <a:rPr dirty="0" sz="1800" spc="225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00D9FF"/>
                </a:solidFill>
                <a:latin typeface="Arial"/>
                <a:cs typeface="Arial"/>
              </a:rPr>
              <a:t>U</a:t>
            </a:r>
            <a:r>
              <a:rPr dirty="0" sz="1800" spc="-160" b="1">
                <a:solidFill>
                  <a:srgbClr val="00D9F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00D9FF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325"/>
              <a:t>C</a:t>
            </a:r>
            <a:r>
              <a:rPr dirty="0" spc="-325"/>
              <a:t>on</a:t>
            </a:r>
            <a:r>
              <a:rPr dirty="0" sz="4500" spc="-325"/>
              <a:t>c</a:t>
            </a:r>
            <a:r>
              <a:rPr dirty="0" spc="-325"/>
              <a:t>lusion</a:t>
            </a:r>
            <a:r>
              <a:rPr dirty="0" spc="-420"/>
              <a:t> </a:t>
            </a:r>
            <a:r>
              <a:rPr dirty="0" sz="4500" spc="-180">
                <a:latin typeface="Georgia"/>
                <a:cs typeface="Georgia"/>
              </a:rPr>
              <a:t>&amp;</a:t>
            </a:r>
            <a:r>
              <a:rPr dirty="0" sz="4500" spc="-580">
                <a:latin typeface="Georgia"/>
                <a:cs typeface="Georgia"/>
              </a:rPr>
              <a:t> </a:t>
            </a:r>
            <a:r>
              <a:rPr dirty="0" sz="4500" spc="-165"/>
              <a:t>F</a:t>
            </a:r>
            <a:r>
              <a:rPr dirty="0" spc="-165"/>
              <a:t>utur</a:t>
            </a:r>
            <a:r>
              <a:rPr dirty="0" sz="4500" spc="-165"/>
              <a:t>e</a:t>
            </a:r>
            <a:r>
              <a:rPr dirty="0" sz="4500" spc="-570"/>
              <a:t> </a:t>
            </a:r>
            <a:r>
              <a:rPr dirty="0" sz="4500" spc="-275"/>
              <a:t>Sc</a:t>
            </a:r>
            <a:r>
              <a:rPr dirty="0" spc="-275"/>
              <a:t>op</a:t>
            </a:r>
            <a:r>
              <a:rPr dirty="0" sz="4500" spc="-275"/>
              <a:t>e</a:t>
            </a:r>
            <a:endParaRPr sz="45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1531" y="2316515"/>
            <a:ext cx="7132955" cy="5608955"/>
            <a:chOff x="731531" y="2316515"/>
            <a:chExt cx="7132955" cy="5608955"/>
          </a:xfrm>
        </p:grpSpPr>
        <p:sp>
          <p:nvSpPr>
            <p:cNvPr id="5" name="object 5"/>
            <p:cNvSpPr/>
            <p:nvPr/>
          </p:nvSpPr>
          <p:spPr>
            <a:xfrm>
              <a:off x="731531" y="2316515"/>
              <a:ext cx="7132955" cy="5608955"/>
            </a:xfrm>
            <a:custGeom>
              <a:avLst/>
              <a:gdLst/>
              <a:ahLst/>
              <a:cxnLst/>
              <a:rect l="l" t="t" r="r" b="b"/>
              <a:pathLst>
                <a:path w="7132955" h="5608955">
                  <a:moveTo>
                    <a:pt x="6986016" y="5608446"/>
                  </a:moveTo>
                  <a:lnTo>
                    <a:pt x="146430" y="5608446"/>
                  </a:lnTo>
                  <a:lnTo>
                    <a:pt x="100147" y="5600981"/>
                  </a:lnTo>
                  <a:lnTo>
                    <a:pt x="59950" y="5580194"/>
                  </a:lnTo>
                  <a:lnTo>
                    <a:pt x="28252" y="5548496"/>
                  </a:lnTo>
                  <a:lnTo>
                    <a:pt x="7465" y="5508299"/>
                  </a:lnTo>
                  <a:lnTo>
                    <a:pt x="0" y="5462016"/>
                  </a:lnTo>
                  <a:lnTo>
                    <a:pt x="0" y="146430"/>
                  </a:lnTo>
                  <a:lnTo>
                    <a:pt x="7465" y="100147"/>
                  </a:lnTo>
                  <a:lnTo>
                    <a:pt x="28252" y="59950"/>
                  </a:lnTo>
                  <a:lnTo>
                    <a:pt x="59950" y="28252"/>
                  </a:lnTo>
                  <a:lnTo>
                    <a:pt x="100147" y="7465"/>
                  </a:lnTo>
                  <a:lnTo>
                    <a:pt x="146430" y="0"/>
                  </a:lnTo>
                  <a:lnTo>
                    <a:pt x="6986016" y="0"/>
                  </a:lnTo>
                  <a:lnTo>
                    <a:pt x="7032299" y="7465"/>
                  </a:lnTo>
                  <a:lnTo>
                    <a:pt x="7072496" y="28252"/>
                  </a:lnTo>
                  <a:lnTo>
                    <a:pt x="7104194" y="59950"/>
                  </a:lnTo>
                  <a:lnTo>
                    <a:pt x="7124981" y="100147"/>
                  </a:lnTo>
                  <a:lnTo>
                    <a:pt x="7132447" y="146430"/>
                  </a:lnTo>
                  <a:lnTo>
                    <a:pt x="7132447" y="5462016"/>
                  </a:lnTo>
                  <a:lnTo>
                    <a:pt x="7124981" y="5508299"/>
                  </a:lnTo>
                  <a:lnTo>
                    <a:pt x="7104194" y="5548496"/>
                  </a:lnTo>
                  <a:lnTo>
                    <a:pt x="7072496" y="5580194"/>
                  </a:lnTo>
                  <a:lnTo>
                    <a:pt x="7032299" y="5600981"/>
                  </a:lnTo>
                  <a:lnTo>
                    <a:pt x="6986016" y="5608446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58257" y="26822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399"/>
                  </a:move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200" y="0"/>
                  </a:lnTo>
                  <a:lnTo>
                    <a:pt x="503946" y="2360"/>
                  </a:lnTo>
                  <a:lnTo>
                    <a:pt x="549341" y="9288"/>
                  </a:lnTo>
                  <a:lnTo>
                    <a:pt x="593157" y="20554"/>
                  </a:lnTo>
                  <a:lnTo>
                    <a:pt x="635162" y="35929"/>
                  </a:lnTo>
                  <a:lnTo>
                    <a:pt x="675128" y="55181"/>
                  </a:lnTo>
                  <a:lnTo>
                    <a:pt x="712824" y="78082"/>
                  </a:lnTo>
                  <a:lnTo>
                    <a:pt x="748021" y="104402"/>
                  </a:lnTo>
                  <a:lnTo>
                    <a:pt x="780489" y="133910"/>
                  </a:lnTo>
                  <a:lnTo>
                    <a:pt x="809997" y="166378"/>
                  </a:lnTo>
                  <a:lnTo>
                    <a:pt x="836317" y="201575"/>
                  </a:lnTo>
                  <a:lnTo>
                    <a:pt x="859218" y="239271"/>
                  </a:lnTo>
                  <a:lnTo>
                    <a:pt x="878470" y="279237"/>
                  </a:lnTo>
                  <a:lnTo>
                    <a:pt x="893845" y="321242"/>
                  </a:lnTo>
                  <a:lnTo>
                    <a:pt x="905111" y="365058"/>
                  </a:lnTo>
                  <a:lnTo>
                    <a:pt x="912039" y="410453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200" y="914399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0" y="2921000"/>
              <a:ext cx="444500" cy="444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62200" y="2807228"/>
            <a:ext cx="159067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65" b="1">
                <a:solidFill>
                  <a:srgbClr val="F5F6FA"/>
                </a:solidFill>
                <a:latin typeface="Arial"/>
                <a:cs typeface="Arial"/>
              </a:rPr>
              <a:t>C</a:t>
            </a:r>
            <a:r>
              <a:rPr dirty="0" sz="2600" spc="-165" b="1">
                <a:solidFill>
                  <a:srgbClr val="F5F6FA"/>
                </a:solidFill>
                <a:latin typeface="Arial"/>
                <a:cs typeface="Arial"/>
              </a:rPr>
              <a:t>on</a:t>
            </a:r>
            <a:r>
              <a:rPr dirty="0" sz="2500" spc="-165" b="1">
                <a:solidFill>
                  <a:srgbClr val="F5F6FA"/>
                </a:solidFill>
                <a:latin typeface="Arial"/>
                <a:cs typeface="Arial"/>
              </a:rPr>
              <a:t>c</a:t>
            </a:r>
            <a:r>
              <a:rPr dirty="0" sz="2600" spc="-165" b="1">
                <a:solidFill>
                  <a:srgbClr val="F5F6FA"/>
                </a:solidFill>
                <a:latin typeface="Arial"/>
                <a:cs typeface="Arial"/>
              </a:rPr>
              <a:t>lusion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7300" y="4762517"/>
            <a:ext cx="561276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7965">
              <a:lnSpc>
                <a:spcPct val="120800"/>
              </a:lnSpc>
              <a:spcBef>
                <a:spcPts val="100"/>
              </a:spcBef>
              <a:buSzPct val="97500"/>
              <a:buChar char="•"/>
              <a:tabLst>
                <a:tab pos="240665" algn="l"/>
              </a:tabLst>
            </a:pPr>
            <a:r>
              <a:rPr dirty="0" sz="2000" spc="-60">
                <a:solidFill>
                  <a:srgbClr val="8FA2BE"/>
                </a:solidFill>
                <a:latin typeface="Arial MT"/>
                <a:cs typeface="Arial MT"/>
              </a:rPr>
              <a:t>Demonstrates</a:t>
            </a:r>
            <a:r>
              <a:rPr dirty="0" sz="2000" spc="-2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70">
                <a:solidFill>
                  <a:srgbClr val="8FA2BE"/>
                </a:solidFill>
                <a:latin typeface="Arial MT"/>
                <a:cs typeface="Arial MT"/>
              </a:rPr>
              <a:t>successful</a:t>
            </a:r>
            <a:r>
              <a:rPr dirty="0" sz="2000" spc="4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8FA2BE"/>
                </a:solidFill>
                <a:latin typeface="Arial MT"/>
                <a:cs typeface="Arial MT"/>
              </a:rPr>
              <a:t>application</a:t>
            </a:r>
            <a:r>
              <a:rPr dirty="0" sz="2000" spc="-13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8FA2BE"/>
                </a:solidFill>
                <a:latin typeface="Arial MT"/>
                <a:cs typeface="Arial MT"/>
              </a:rPr>
              <a:t>of</a:t>
            </a:r>
            <a:r>
              <a:rPr dirty="0" sz="2000" spc="-14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8FA2BE"/>
                </a:solidFill>
                <a:latin typeface="Arial MT"/>
                <a:cs typeface="Arial MT"/>
              </a:rPr>
              <a:t>AI</a:t>
            </a:r>
            <a:r>
              <a:rPr dirty="0" sz="1950" spc="-50">
                <a:solidFill>
                  <a:srgbClr val="8FA2BE"/>
                </a:solidFill>
                <a:latin typeface="Arial MT"/>
                <a:cs typeface="Arial MT"/>
              </a:rPr>
              <a:t>/</a:t>
            </a:r>
            <a:r>
              <a:rPr dirty="0" sz="2000" spc="-50">
                <a:solidFill>
                  <a:srgbClr val="8FA2BE"/>
                </a:solidFill>
                <a:latin typeface="Arial MT"/>
                <a:cs typeface="Arial MT"/>
              </a:rPr>
              <a:t>NLP</a:t>
            </a:r>
            <a:r>
              <a:rPr dirty="0" sz="2000" spc="-1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8FA2BE"/>
                </a:solidFill>
                <a:latin typeface="Arial MT"/>
                <a:cs typeface="Arial MT"/>
              </a:rPr>
              <a:t>for </a:t>
            </a:r>
            <a:r>
              <a:rPr dirty="0" sz="2000" spc="-80">
                <a:solidFill>
                  <a:srgbClr val="8FA2BE"/>
                </a:solidFill>
                <a:latin typeface="Arial MT"/>
                <a:cs typeface="Arial MT"/>
              </a:rPr>
              <a:t>spam </a:t>
            </a:r>
            <a:r>
              <a:rPr dirty="0" sz="2000" spc="-120">
                <a:solidFill>
                  <a:srgbClr val="8FA2BE"/>
                </a:solidFill>
                <a:latin typeface="Arial MT"/>
                <a:cs typeface="Arial MT"/>
              </a:rPr>
              <a:t>email</a:t>
            </a:r>
            <a:r>
              <a:rPr dirty="0" sz="200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8FA2BE"/>
                </a:solidFill>
                <a:latin typeface="Arial MT"/>
                <a:cs typeface="Arial MT"/>
              </a:rPr>
              <a:t>classification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Clr>
                <a:srgbClr val="8FA2BE"/>
              </a:buClr>
              <a:buFont typeface="Arial MT"/>
              <a:buChar char="•"/>
            </a:pPr>
            <a:endParaRPr sz="1900">
              <a:latin typeface="Arial MT"/>
              <a:cs typeface="Arial MT"/>
            </a:endParaRPr>
          </a:p>
          <a:p>
            <a:pPr marL="12700" marR="482600" indent="227965">
              <a:lnSpc>
                <a:spcPct val="120800"/>
              </a:lnSpc>
              <a:buSzPct val="97500"/>
              <a:buChar char="•"/>
              <a:tabLst>
                <a:tab pos="240665" algn="l"/>
              </a:tabLst>
            </a:pPr>
            <a:r>
              <a:rPr dirty="0" sz="2000" spc="-65">
                <a:solidFill>
                  <a:srgbClr val="8FA2BE"/>
                </a:solidFill>
                <a:latin typeface="Arial MT"/>
                <a:cs typeface="Arial MT"/>
              </a:rPr>
              <a:t>Integrates</a:t>
            </a:r>
            <a:r>
              <a:rPr dirty="0" sz="200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8FA2BE"/>
                </a:solidFill>
                <a:latin typeface="Arial MT"/>
                <a:cs typeface="Arial MT"/>
              </a:rPr>
              <a:t>ML</a:t>
            </a:r>
            <a:r>
              <a:rPr dirty="0" sz="2000" spc="-8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8FA2BE"/>
                </a:solidFill>
                <a:latin typeface="Arial MT"/>
                <a:cs typeface="Arial MT"/>
              </a:rPr>
              <a:t>with</a:t>
            </a:r>
            <a:r>
              <a:rPr dirty="0" sz="2000" spc="-15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0">
                <a:solidFill>
                  <a:srgbClr val="8FA2BE"/>
                </a:solidFill>
                <a:latin typeface="Arial MT"/>
                <a:cs typeface="Arial MT"/>
              </a:rPr>
              <a:t>FastAPI</a:t>
            </a:r>
            <a:r>
              <a:rPr dirty="0" sz="2000" spc="-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5">
                <a:solidFill>
                  <a:srgbClr val="8FA2BE"/>
                </a:solidFill>
                <a:latin typeface="Arial MT"/>
                <a:cs typeface="Arial MT"/>
              </a:rPr>
              <a:t>and</a:t>
            </a:r>
            <a:r>
              <a:rPr dirty="0" sz="2000" spc="-8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75">
                <a:solidFill>
                  <a:srgbClr val="8FA2BE"/>
                </a:solidFill>
                <a:latin typeface="Arial MT"/>
                <a:cs typeface="Arial MT"/>
              </a:rPr>
              <a:t>React</a:t>
            </a:r>
            <a:r>
              <a:rPr dirty="0" sz="1950" spc="-75">
                <a:solidFill>
                  <a:srgbClr val="8FA2BE"/>
                </a:solidFill>
                <a:latin typeface="Arial MT"/>
                <a:cs typeface="Arial MT"/>
              </a:rPr>
              <a:t>.</a:t>
            </a:r>
            <a:r>
              <a:rPr dirty="0" sz="2000" spc="-75">
                <a:solidFill>
                  <a:srgbClr val="8FA2BE"/>
                </a:solidFill>
                <a:latin typeface="Arial MT"/>
                <a:cs typeface="Arial MT"/>
              </a:rPr>
              <a:t>js</a:t>
            </a:r>
            <a:r>
              <a:rPr dirty="0" sz="2000" spc="-1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8FA2BE"/>
                </a:solidFill>
                <a:latin typeface="Arial MT"/>
                <a:cs typeface="Arial MT"/>
              </a:rPr>
              <a:t>for</a:t>
            </a:r>
            <a:r>
              <a:rPr dirty="0" sz="2000" spc="-114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8FA2BE"/>
                </a:solidFill>
                <a:latin typeface="Arial MT"/>
                <a:cs typeface="Arial MT"/>
              </a:rPr>
              <a:t>an </a:t>
            </a:r>
            <a:r>
              <a:rPr dirty="0" sz="2000" spc="-40">
                <a:solidFill>
                  <a:srgbClr val="8FA2BE"/>
                </a:solidFill>
                <a:latin typeface="Arial MT"/>
                <a:cs typeface="Arial MT"/>
              </a:rPr>
              <a:t>end</a:t>
            </a:r>
            <a:r>
              <a:rPr dirty="0" sz="1950" spc="-40">
                <a:solidFill>
                  <a:srgbClr val="8FA2BE"/>
                </a:solidFill>
                <a:latin typeface="Arial MT"/>
                <a:cs typeface="Arial MT"/>
              </a:rPr>
              <a:t>-</a:t>
            </a:r>
            <a:r>
              <a:rPr dirty="0" sz="2000">
                <a:solidFill>
                  <a:srgbClr val="8FA2BE"/>
                </a:solidFill>
                <a:latin typeface="Arial MT"/>
                <a:cs typeface="Arial MT"/>
              </a:rPr>
              <a:t>to</a:t>
            </a:r>
            <a:r>
              <a:rPr dirty="0" sz="1950">
                <a:solidFill>
                  <a:srgbClr val="8FA2BE"/>
                </a:solidFill>
                <a:latin typeface="Arial MT"/>
                <a:cs typeface="Arial MT"/>
              </a:rPr>
              <a:t>-</a:t>
            </a:r>
            <a:r>
              <a:rPr dirty="0" sz="2000" spc="-70">
                <a:solidFill>
                  <a:srgbClr val="8FA2BE"/>
                </a:solidFill>
                <a:latin typeface="Arial MT"/>
                <a:cs typeface="Arial MT"/>
              </a:rPr>
              <a:t>end </a:t>
            </a:r>
            <a:r>
              <a:rPr dirty="0" sz="2000" spc="-40">
                <a:solidFill>
                  <a:srgbClr val="8FA2BE"/>
                </a:solidFill>
                <a:latin typeface="Arial MT"/>
                <a:cs typeface="Arial MT"/>
              </a:rPr>
              <a:t>real</a:t>
            </a:r>
            <a:r>
              <a:rPr dirty="0" sz="1950" spc="-40">
                <a:solidFill>
                  <a:srgbClr val="8FA2BE"/>
                </a:solidFill>
                <a:latin typeface="Arial MT"/>
                <a:cs typeface="Arial MT"/>
              </a:rPr>
              <a:t>-</a:t>
            </a:r>
            <a:r>
              <a:rPr dirty="0" sz="2000" spc="-40">
                <a:solidFill>
                  <a:srgbClr val="8FA2BE"/>
                </a:solidFill>
                <a:latin typeface="Arial MT"/>
                <a:cs typeface="Arial MT"/>
              </a:rPr>
              <a:t>time</a:t>
            </a:r>
            <a:r>
              <a:rPr dirty="0" sz="2000" spc="-6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8FA2BE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07803" y="2316515"/>
            <a:ext cx="7376795" cy="5608955"/>
            <a:chOff x="8107803" y="2316515"/>
            <a:chExt cx="7376795" cy="5608955"/>
          </a:xfrm>
        </p:grpSpPr>
        <p:sp>
          <p:nvSpPr>
            <p:cNvPr id="11" name="object 11"/>
            <p:cNvSpPr/>
            <p:nvPr/>
          </p:nvSpPr>
          <p:spPr>
            <a:xfrm>
              <a:off x="8107803" y="2316515"/>
              <a:ext cx="7376795" cy="5608955"/>
            </a:xfrm>
            <a:custGeom>
              <a:avLst/>
              <a:gdLst/>
              <a:ahLst/>
              <a:cxnLst/>
              <a:rect l="l" t="t" r="r" b="b"/>
              <a:pathLst>
                <a:path w="7376794" h="5608955">
                  <a:moveTo>
                    <a:pt x="7229855" y="5608446"/>
                  </a:moveTo>
                  <a:lnTo>
                    <a:pt x="146431" y="5608446"/>
                  </a:lnTo>
                  <a:lnTo>
                    <a:pt x="100147" y="5600981"/>
                  </a:lnTo>
                  <a:lnTo>
                    <a:pt x="59950" y="5580194"/>
                  </a:lnTo>
                  <a:lnTo>
                    <a:pt x="28252" y="5548496"/>
                  </a:lnTo>
                  <a:lnTo>
                    <a:pt x="7465" y="5508299"/>
                  </a:lnTo>
                  <a:lnTo>
                    <a:pt x="0" y="5462016"/>
                  </a:lnTo>
                  <a:lnTo>
                    <a:pt x="0" y="146430"/>
                  </a:lnTo>
                  <a:lnTo>
                    <a:pt x="7465" y="100147"/>
                  </a:lnTo>
                  <a:lnTo>
                    <a:pt x="28252" y="59950"/>
                  </a:lnTo>
                  <a:lnTo>
                    <a:pt x="59950" y="28252"/>
                  </a:lnTo>
                  <a:lnTo>
                    <a:pt x="100147" y="7465"/>
                  </a:lnTo>
                  <a:lnTo>
                    <a:pt x="146431" y="0"/>
                  </a:lnTo>
                  <a:lnTo>
                    <a:pt x="7229855" y="0"/>
                  </a:lnTo>
                  <a:lnTo>
                    <a:pt x="7276139" y="7465"/>
                  </a:lnTo>
                  <a:lnTo>
                    <a:pt x="7316336" y="28252"/>
                  </a:lnTo>
                  <a:lnTo>
                    <a:pt x="7348034" y="59950"/>
                  </a:lnTo>
                  <a:lnTo>
                    <a:pt x="7368821" y="100147"/>
                  </a:lnTo>
                  <a:lnTo>
                    <a:pt x="7376287" y="146430"/>
                  </a:lnTo>
                  <a:lnTo>
                    <a:pt x="7376287" y="5462016"/>
                  </a:lnTo>
                  <a:lnTo>
                    <a:pt x="7368821" y="5508299"/>
                  </a:lnTo>
                  <a:lnTo>
                    <a:pt x="7348034" y="5548496"/>
                  </a:lnTo>
                  <a:lnTo>
                    <a:pt x="7316336" y="5580194"/>
                  </a:lnTo>
                  <a:lnTo>
                    <a:pt x="7276139" y="5600981"/>
                  </a:lnTo>
                  <a:lnTo>
                    <a:pt x="7229855" y="5608446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534530" y="26822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914399"/>
                  </a:moveTo>
                  <a:lnTo>
                    <a:pt x="410453" y="912039"/>
                  </a:lnTo>
                  <a:lnTo>
                    <a:pt x="365058" y="905111"/>
                  </a:lnTo>
                  <a:lnTo>
                    <a:pt x="321242" y="893845"/>
                  </a:lnTo>
                  <a:lnTo>
                    <a:pt x="279237" y="878470"/>
                  </a:lnTo>
                  <a:lnTo>
                    <a:pt x="239271" y="859218"/>
                  </a:lnTo>
                  <a:lnTo>
                    <a:pt x="201575" y="836317"/>
                  </a:lnTo>
                  <a:lnTo>
                    <a:pt x="166378" y="809997"/>
                  </a:lnTo>
                  <a:lnTo>
                    <a:pt x="133910" y="780489"/>
                  </a:lnTo>
                  <a:lnTo>
                    <a:pt x="104402" y="748021"/>
                  </a:lnTo>
                  <a:lnTo>
                    <a:pt x="78082" y="712824"/>
                  </a:lnTo>
                  <a:lnTo>
                    <a:pt x="55181" y="675128"/>
                  </a:lnTo>
                  <a:lnTo>
                    <a:pt x="35929" y="635162"/>
                  </a:lnTo>
                  <a:lnTo>
                    <a:pt x="20554" y="593157"/>
                  </a:lnTo>
                  <a:lnTo>
                    <a:pt x="9288" y="549341"/>
                  </a:lnTo>
                  <a:lnTo>
                    <a:pt x="2360" y="503946"/>
                  </a:lnTo>
                  <a:lnTo>
                    <a:pt x="0" y="457199"/>
                  </a:lnTo>
                  <a:lnTo>
                    <a:pt x="2360" y="410453"/>
                  </a:lnTo>
                  <a:lnTo>
                    <a:pt x="9288" y="365058"/>
                  </a:lnTo>
                  <a:lnTo>
                    <a:pt x="20554" y="321242"/>
                  </a:lnTo>
                  <a:lnTo>
                    <a:pt x="35929" y="279237"/>
                  </a:lnTo>
                  <a:lnTo>
                    <a:pt x="55181" y="239271"/>
                  </a:lnTo>
                  <a:lnTo>
                    <a:pt x="78082" y="201575"/>
                  </a:lnTo>
                  <a:lnTo>
                    <a:pt x="104402" y="166378"/>
                  </a:lnTo>
                  <a:lnTo>
                    <a:pt x="133910" y="133910"/>
                  </a:lnTo>
                  <a:lnTo>
                    <a:pt x="166378" y="104402"/>
                  </a:lnTo>
                  <a:lnTo>
                    <a:pt x="201575" y="78082"/>
                  </a:lnTo>
                  <a:lnTo>
                    <a:pt x="239271" y="55181"/>
                  </a:lnTo>
                  <a:lnTo>
                    <a:pt x="279237" y="35929"/>
                  </a:lnTo>
                  <a:lnTo>
                    <a:pt x="321242" y="20554"/>
                  </a:lnTo>
                  <a:lnTo>
                    <a:pt x="365058" y="9288"/>
                  </a:lnTo>
                  <a:lnTo>
                    <a:pt x="410453" y="2360"/>
                  </a:lnTo>
                  <a:lnTo>
                    <a:pt x="457200" y="0"/>
                  </a:lnTo>
                  <a:lnTo>
                    <a:pt x="503946" y="2360"/>
                  </a:lnTo>
                  <a:lnTo>
                    <a:pt x="549341" y="9288"/>
                  </a:lnTo>
                  <a:lnTo>
                    <a:pt x="593157" y="20554"/>
                  </a:lnTo>
                  <a:lnTo>
                    <a:pt x="635162" y="35929"/>
                  </a:lnTo>
                  <a:lnTo>
                    <a:pt x="675128" y="55181"/>
                  </a:lnTo>
                  <a:lnTo>
                    <a:pt x="712824" y="78082"/>
                  </a:lnTo>
                  <a:lnTo>
                    <a:pt x="748021" y="104402"/>
                  </a:lnTo>
                  <a:lnTo>
                    <a:pt x="780489" y="133910"/>
                  </a:lnTo>
                  <a:lnTo>
                    <a:pt x="809997" y="166378"/>
                  </a:lnTo>
                  <a:lnTo>
                    <a:pt x="836317" y="201575"/>
                  </a:lnTo>
                  <a:lnTo>
                    <a:pt x="859218" y="239271"/>
                  </a:lnTo>
                  <a:lnTo>
                    <a:pt x="878470" y="279237"/>
                  </a:lnTo>
                  <a:lnTo>
                    <a:pt x="893845" y="321242"/>
                  </a:lnTo>
                  <a:lnTo>
                    <a:pt x="905111" y="365058"/>
                  </a:lnTo>
                  <a:lnTo>
                    <a:pt x="912039" y="410453"/>
                  </a:lnTo>
                  <a:lnTo>
                    <a:pt x="914400" y="457199"/>
                  </a:lnTo>
                  <a:lnTo>
                    <a:pt x="912039" y="503946"/>
                  </a:lnTo>
                  <a:lnTo>
                    <a:pt x="905111" y="549341"/>
                  </a:lnTo>
                  <a:lnTo>
                    <a:pt x="893845" y="593157"/>
                  </a:lnTo>
                  <a:lnTo>
                    <a:pt x="878470" y="635162"/>
                  </a:lnTo>
                  <a:lnTo>
                    <a:pt x="859218" y="675128"/>
                  </a:lnTo>
                  <a:lnTo>
                    <a:pt x="836317" y="712824"/>
                  </a:lnTo>
                  <a:lnTo>
                    <a:pt x="809997" y="748021"/>
                  </a:lnTo>
                  <a:lnTo>
                    <a:pt x="780489" y="780489"/>
                  </a:lnTo>
                  <a:lnTo>
                    <a:pt x="748021" y="809997"/>
                  </a:lnTo>
                  <a:lnTo>
                    <a:pt x="712824" y="836317"/>
                  </a:lnTo>
                  <a:lnTo>
                    <a:pt x="675128" y="859218"/>
                  </a:lnTo>
                  <a:lnTo>
                    <a:pt x="635162" y="878470"/>
                  </a:lnTo>
                  <a:lnTo>
                    <a:pt x="593157" y="893845"/>
                  </a:lnTo>
                  <a:lnTo>
                    <a:pt x="549341" y="905111"/>
                  </a:lnTo>
                  <a:lnTo>
                    <a:pt x="503946" y="912039"/>
                  </a:lnTo>
                  <a:lnTo>
                    <a:pt x="457200" y="914399"/>
                  </a:lnTo>
                  <a:close/>
                </a:path>
              </a:pathLst>
            </a:custGeom>
            <a:solidFill>
              <a:srgbClr val="FFB1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5700" y="2921000"/>
              <a:ext cx="444500" cy="444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530" y="3901499"/>
              <a:ext cx="195071" cy="19507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067800" y="2807228"/>
            <a:ext cx="3570604" cy="1435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85800">
              <a:lnSpc>
                <a:spcPct val="100000"/>
              </a:lnSpc>
              <a:spcBef>
                <a:spcPts val="95"/>
              </a:spcBef>
            </a:pPr>
            <a:r>
              <a:rPr dirty="0" sz="2500" spc="-95" b="1">
                <a:solidFill>
                  <a:srgbClr val="F5F6FA"/>
                </a:solidFill>
                <a:latin typeface="Arial"/>
                <a:cs typeface="Arial"/>
              </a:rPr>
              <a:t>F</a:t>
            </a:r>
            <a:r>
              <a:rPr dirty="0" sz="2600" spc="-95" b="1">
                <a:solidFill>
                  <a:srgbClr val="F5F6FA"/>
                </a:solidFill>
                <a:latin typeface="Arial"/>
                <a:cs typeface="Arial"/>
              </a:rPr>
              <a:t>utur</a:t>
            </a:r>
            <a:r>
              <a:rPr dirty="0" sz="2500" spc="-95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r>
              <a:rPr dirty="0" sz="2500" spc="-155" b="1">
                <a:solidFill>
                  <a:srgbClr val="F5F6FA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5F6FA"/>
                </a:solidFill>
                <a:latin typeface="Arial"/>
                <a:cs typeface="Arial"/>
              </a:rPr>
              <a:t>Sc</a:t>
            </a:r>
            <a:r>
              <a:rPr dirty="0" sz="2600" spc="-10" b="1">
                <a:solidFill>
                  <a:srgbClr val="F5F6FA"/>
                </a:solidFill>
                <a:latin typeface="Arial"/>
                <a:cs typeface="Arial"/>
              </a:rPr>
              <a:t>op</a:t>
            </a:r>
            <a:r>
              <a:rPr dirty="0" sz="2500" spc="-10" b="1">
                <a:solidFill>
                  <a:srgbClr val="F5F6FA"/>
                </a:solidFill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-85">
                <a:solidFill>
                  <a:srgbClr val="F5F6FA"/>
                </a:solidFill>
                <a:latin typeface="Arial MT"/>
                <a:cs typeface="Arial MT"/>
              </a:rPr>
              <a:t>Integration</a:t>
            </a:r>
            <a:r>
              <a:rPr dirty="0" sz="2000" spc="-1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F5F6FA"/>
                </a:solidFill>
                <a:latin typeface="Arial MT"/>
                <a:cs typeface="Arial MT"/>
              </a:rPr>
              <a:t>with</a:t>
            </a:r>
            <a:r>
              <a:rPr dirty="0" sz="2000" spc="-3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65">
                <a:solidFill>
                  <a:srgbClr val="F5F6FA"/>
                </a:solidFill>
                <a:latin typeface="Arial MT"/>
                <a:cs typeface="Arial MT"/>
              </a:rPr>
              <a:t>Gmail</a:t>
            </a:r>
            <a:r>
              <a:rPr dirty="0" sz="2000" spc="1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10">
                <a:solidFill>
                  <a:srgbClr val="F5F6FA"/>
                </a:solidFill>
                <a:latin typeface="Arial MT"/>
                <a:cs typeface="Arial MT"/>
              </a:rPr>
              <a:t>and</a:t>
            </a:r>
            <a:r>
              <a:rPr dirty="0" sz="2000" spc="-19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5F6FA"/>
                </a:solidFill>
                <a:latin typeface="Arial MT"/>
                <a:cs typeface="Arial MT"/>
              </a:rPr>
              <a:t>Outlook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534530" y="5059757"/>
            <a:ext cx="195580" cy="1353820"/>
            <a:chOff x="8534530" y="5059757"/>
            <a:chExt cx="195580" cy="135382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530" y="5059757"/>
              <a:ext cx="195071" cy="1950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530" y="6218014"/>
              <a:ext cx="195071" cy="19507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067800" y="5067211"/>
            <a:ext cx="6040755" cy="1626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>
                <a:solidFill>
                  <a:srgbClr val="F5F6FA"/>
                </a:solidFill>
                <a:latin typeface="Arial MT"/>
                <a:cs typeface="Arial MT"/>
              </a:rPr>
              <a:t>Multi</a:t>
            </a:r>
            <a:r>
              <a:rPr dirty="0" sz="1950" spc="-45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2000" spc="-114">
                <a:solidFill>
                  <a:srgbClr val="F5F6FA"/>
                </a:solidFill>
                <a:latin typeface="Arial MT"/>
                <a:cs typeface="Arial MT"/>
              </a:rPr>
              <a:t>language</a:t>
            </a:r>
            <a:r>
              <a:rPr dirty="0" sz="20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F5F6FA"/>
                </a:solidFill>
                <a:latin typeface="Arial MT"/>
                <a:cs typeface="Arial MT"/>
              </a:rPr>
              <a:t>spamdetection</a:t>
            </a:r>
            <a:r>
              <a:rPr dirty="0" sz="2000" spc="-110">
                <a:solidFill>
                  <a:srgbClr val="F5F6FA"/>
                </a:solidFill>
                <a:latin typeface="Arial MT"/>
                <a:cs typeface="Arial MT"/>
              </a:rPr>
              <a:t> and</a:t>
            </a:r>
            <a:r>
              <a:rPr dirty="0" sz="2000" spc="-15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75">
                <a:solidFill>
                  <a:srgbClr val="F5F6FA"/>
                </a:solidFill>
                <a:latin typeface="Arial MT"/>
                <a:cs typeface="Arial MT"/>
              </a:rPr>
              <a:t>attachment</a:t>
            </a:r>
            <a:r>
              <a:rPr dirty="0" sz="2000" spc="-1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5F6FA"/>
                </a:solidFill>
                <a:latin typeface="Arial MT"/>
                <a:cs typeface="Arial MT"/>
              </a:rPr>
              <a:t>analysis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900">
              <a:latin typeface="Arial MT"/>
              <a:cs typeface="Arial MT"/>
            </a:endParaRPr>
          </a:p>
          <a:p>
            <a:pPr marL="12700" marR="5080">
              <a:lnSpc>
                <a:spcPts val="2200"/>
              </a:lnSpc>
            </a:pPr>
            <a:r>
              <a:rPr dirty="0" sz="2000" spc="-95">
                <a:solidFill>
                  <a:srgbClr val="F5F6FA"/>
                </a:solidFill>
                <a:latin typeface="Arial MT"/>
                <a:cs typeface="Arial MT"/>
              </a:rPr>
              <a:t>Deployment</a:t>
            </a:r>
            <a:r>
              <a:rPr dirty="0" sz="2000" spc="-14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05">
                <a:solidFill>
                  <a:srgbClr val="F5F6FA"/>
                </a:solidFill>
                <a:latin typeface="Arial MT"/>
                <a:cs typeface="Arial MT"/>
              </a:rPr>
              <a:t>as</a:t>
            </a:r>
            <a:r>
              <a:rPr dirty="0" sz="2000" spc="-15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40">
                <a:solidFill>
                  <a:srgbClr val="F5F6FA"/>
                </a:solidFill>
                <a:latin typeface="Arial MT"/>
                <a:cs typeface="Arial MT"/>
              </a:rPr>
              <a:t>a</a:t>
            </a:r>
            <a:r>
              <a:rPr dirty="0" sz="2000" spc="-10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70">
                <a:solidFill>
                  <a:srgbClr val="F5F6FA"/>
                </a:solidFill>
                <a:latin typeface="Arial MT"/>
                <a:cs typeface="Arial MT"/>
              </a:rPr>
              <a:t>browser</a:t>
            </a:r>
            <a:r>
              <a:rPr dirty="0" sz="2000" spc="-21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90">
                <a:solidFill>
                  <a:srgbClr val="F5F6FA"/>
                </a:solidFill>
                <a:latin typeface="Arial MT"/>
                <a:cs typeface="Arial MT"/>
              </a:rPr>
              <a:t>extension</a:t>
            </a:r>
            <a:r>
              <a:rPr dirty="0" sz="2000" spc="-14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65">
                <a:solidFill>
                  <a:srgbClr val="F5F6FA"/>
                </a:solidFill>
                <a:latin typeface="Arial MT"/>
                <a:cs typeface="Arial MT"/>
              </a:rPr>
              <a:t>or</a:t>
            </a:r>
            <a:r>
              <a:rPr dirty="0" sz="2000" spc="-10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80">
                <a:solidFill>
                  <a:srgbClr val="F5F6FA"/>
                </a:solidFill>
                <a:latin typeface="Arial MT"/>
                <a:cs typeface="Arial MT"/>
              </a:rPr>
              <a:t>real</a:t>
            </a:r>
            <a:r>
              <a:rPr dirty="0" sz="1950" spc="-80">
                <a:solidFill>
                  <a:srgbClr val="F5F6FA"/>
                </a:solidFill>
                <a:latin typeface="Arial MT"/>
                <a:cs typeface="Arial MT"/>
              </a:rPr>
              <a:t>-</a:t>
            </a:r>
            <a:r>
              <a:rPr dirty="0" sz="2000" spc="-70">
                <a:solidFill>
                  <a:srgbClr val="F5F6FA"/>
                </a:solidFill>
                <a:latin typeface="Arial MT"/>
                <a:cs typeface="Arial MT"/>
              </a:rPr>
              <a:t>time</a:t>
            </a:r>
            <a:r>
              <a:rPr dirty="0" sz="2000" spc="-180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5F6FA"/>
                </a:solidFill>
                <a:latin typeface="Arial MT"/>
                <a:cs typeface="Arial MT"/>
              </a:rPr>
              <a:t>enterprise </a:t>
            </a:r>
            <a:r>
              <a:rPr dirty="0" sz="2000" spc="-140">
                <a:solidFill>
                  <a:srgbClr val="F5F6FA"/>
                </a:solidFill>
                <a:latin typeface="Arial MT"/>
                <a:cs typeface="Arial MT"/>
              </a:rPr>
              <a:t>email</a:t>
            </a:r>
            <a:r>
              <a:rPr dirty="0" sz="2000" spc="-5">
                <a:solidFill>
                  <a:srgbClr val="F5F6F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F5F6FA"/>
                </a:solidFill>
                <a:latin typeface="Arial MT"/>
                <a:cs typeface="Arial MT"/>
              </a:rPr>
              <a:t>gateway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CYBERIN</a:t>
            </a:r>
            <a:r>
              <a:rPr dirty="0" spc="-175"/>
              <a:t> </a:t>
            </a:r>
            <a:r>
              <a:rPr dirty="0"/>
              <a:t>BOX</a:t>
            </a:r>
            <a:r>
              <a:rPr dirty="0" spc="114"/>
              <a:t>  </a:t>
            </a:r>
            <a:r>
              <a:rPr dirty="0"/>
              <a:t>|</a:t>
            </a:r>
            <a:r>
              <a:rPr dirty="0" spc="195"/>
              <a:t>  </a:t>
            </a:r>
            <a:r>
              <a:rPr dirty="0"/>
              <a:t>AI-</a:t>
            </a:r>
            <a:r>
              <a:rPr dirty="0" spc="-155"/>
              <a:t> </a:t>
            </a:r>
            <a:r>
              <a:rPr dirty="0"/>
              <a:t>POWE</a:t>
            </a:r>
            <a:r>
              <a:rPr dirty="0" spc="-140"/>
              <a:t> </a:t>
            </a:r>
            <a:r>
              <a:rPr dirty="0" spc="-125"/>
              <a:t>RE</a:t>
            </a:r>
            <a:r>
              <a:rPr dirty="0" spc="-135"/>
              <a:t> </a:t>
            </a:r>
            <a:r>
              <a:rPr dirty="0"/>
              <a:t>D</a:t>
            </a:r>
            <a:r>
              <a:rPr dirty="0" spc="105"/>
              <a:t> </a:t>
            </a:r>
            <a:r>
              <a:rPr dirty="0" spc="-140"/>
              <a:t>E</a:t>
            </a:r>
            <a:r>
              <a:rPr dirty="0" spc="-135"/>
              <a:t> </a:t>
            </a:r>
            <a:r>
              <a:rPr dirty="0"/>
              <a:t>MAI</a:t>
            </a:r>
            <a:r>
              <a:rPr dirty="0" spc="-125"/>
              <a:t> </a:t>
            </a:r>
            <a:r>
              <a:rPr dirty="0"/>
              <a:t>L</a:t>
            </a:r>
            <a:r>
              <a:rPr dirty="0" spc="229"/>
              <a:t> </a:t>
            </a:r>
            <a:r>
              <a:rPr dirty="0"/>
              <a:t>SPAM</a:t>
            </a:r>
            <a:r>
              <a:rPr dirty="0" spc="200"/>
              <a:t> </a:t>
            </a:r>
            <a:r>
              <a:rPr dirty="0"/>
              <a:t>DETECTI</a:t>
            </a:r>
            <a:r>
              <a:rPr dirty="0" spc="-125"/>
              <a:t> </a:t>
            </a:r>
            <a:r>
              <a:rPr dirty="0" spc="-25"/>
              <a:t>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267265"/>
            <a:ext cx="4267835" cy="4876800"/>
          </a:xfrm>
          <a:custGeom>
            <a:avLst/>
            <a:gdLst/>
            <a:ahLst/>
            <a:cxnLst/>
            <a:rect l="l" t="t" r="r" b="b"/>
            <a:pathLst>
              <a:path w="4267835" h="4876800">
                <a:moveTo>
                  <a:pt x="4059110" y="4876734"/>
                </a:moveTo>
                <a:lnTo>
                  <a:pt x="0" y="4876734"/>
                </a:lnTo>
                <a:lnTo>
                  <a:pt x="0" y="50602"/>
                </a:lnTo>
                <a:lnTo>
                  <a:pt x="39467" y="44164"/>
                </a:lnTo>
                <a:lnTo>
                  <a:pt x="86004" y="37188"/>
                </a:lnTo>
                <a:lnTo>
                  <a:pt x="132730" y="30798"/>
                </a:lnTo>
                <a:lnTo>
                  <a:pt x="179642" y="24998"/>
                </a:lnTo>
                <a:lnTo>
                  <a:pt x="226735" y="19793"/>
                </a:lnTo>
                <a:lnTo>
                  <a:pt x="274006" y="15185"/>
                </a:lnTo>
                <a:lnTo>
                  <a:pt x="321450" y="11180"/>
                </a:lnTo>
                <a:lnTo>
                  <a:pt x="369065" y="7779"/>
                </a:lnTo>
                <a:lnTo>
                  <a:pt x="416846" y="4989"/>
                </a:lnTo>
                <a:lnTo>
                  <a:pt x="464789" y="2812"/>
                </a:lnTo>
                <a:lnTo>
                  <a:pt x="512890" y="1252"/>
                </a:lnTo>
                <a:lnTo>
                  <a:pt x="561146" y="313"/>
                </a:lnTo>
                <a:lnTo>
                  <a:pt x="609553" y="0"/>
                </a:lnTo>
                <a:lnTo>
                  <a:pt x="657961" y="313"/>
                </a:lnTo>
                <a:lnTo>
                  <a:pt x="706219" y="1252"/>
                </a:lnTo>
                <a:lnTo>
                  <a:pt x="754322" y="2812"/>
                </a:lnTo>
                <a:lnTo>
                  <a:pt x="802267" y="4989"/>
                </a:lnTo>
                <a:lnTo>
                  <a:pt x="850050" y="7779"/>
                </a:lnTo>
                <a:lnTo>
                  <a:pt x="897666" y="11180"/>
                </a:lnTo>
                <a:lnTo>
                  <a:pt x="945112" y="15185"/>
                </a:lnTo>
                <a:lnTo>
                  <a:pt x="992385" y="19793"/>
                </a:lnTo>
                <a:lnTo>
                  <a:pt x="1039479" y="24998"/>
                </a:lnTo>
                <a:lnTo>
                  <a:pt x="1086392" y="30798"/>
                </a:lnTo>
                <a:lnTo>
                  <a:pt x="1133120" y="37188"/>
                </a:lnTo>
                <a:lnTo>
                  <a:pt x="1179658" y="44164"/>
                </a:lnTo>
                <a:lnTo>
                  <a:pt x="1226004" y="51723"/>
                </a:lnTo>
                <a:lnTo>
                  <a:pt x="1272152" y="59861"/>
                </a:lnTo>
                <a:lnTo>
                  <a:pt x="1318099" y="68573"/>
                </a:lnTo>
                <a:lnTo>
                  <a:pt x="1363842" y="77857"/>
                </a:lnTo>
                <a:lnTo>
                  <a:pt x="1409376" y="87707"/>
                </a:lnTo>
                <a:lnTo>
                  <a:pt x="1454698" y="98121"/>
                </a:lnTo>
                <a:lnTo>
                  <a:pt x="1499803" y="109095"/>
                </a:lnTo>
                <a:lnTo>
                  <a:pt x="1544688" y="120624"/>
                </a:lnTo>
                <a:lnTo>
                  <a:pt x="1589350" y="132704"/>
                </a:lnTo>
                <a:lnTo>
                  <a:pt x="1633783" y="145333"/>
                </a:lnTo>
                <a:lnTo>
                  <a:pt x="1677985" y="158505"/>
                </a:lnTo>
                <a:lnTo>
                  <a:pt x="1721951" y="172218"/>
                </a:lnTo>
                <a:lnTo>
                  <a:pt x="1765678" y="186466"/>
                </a:lnTo>
                <a:lnTo>
                  <a:pt x="1809161" y="201248"/>
                </a:lnTo>
                <a:lnTo>
                  <a:pt x="1852398" y="216558"/>
                </a:lnTo>
                <a:lnTo>
                  <a:pt x="1895383" y="232392"/>
                </a:lnTo>
                <a:lnTo>
                  <a:pt x="1938113" y="248748"/>
                </a:lnTo>
                <a:lnTo>
                  <a:pt x="1980585" y="265620"/>
                </a:lnTo>
                <a:lnTo>
                  <a:pt x="2022795" y="283006"/>
                </a:lnTo>
                <a:lnTo>
                  <a:pt x="2064738" y="300901"/>
                </a:lnTo>
                <a:lnTo>
                  <a:pt x="2106410" y="319301"/>
                </a:lnTo>
                <a:lnTo>
                  <a:pt x="2147809" y="338203"/>
                </a:lnTo>
                <a:lnTo>
                  <a:pt x="2188929" y="357603"/>
                </a:lnTo>
                <a:lnTo>
                  <a:pt x="2229768" y="377496"/>
                </a:lnTo>
                <a:lnTo>
                  <a:pt x="2270321" y="397880"/>
                </a:lnTo>
                <a:lnTo>
                  <a:pt x="2310585" y="418750"/>
                </a:lnTo>
                <a:lnTo>
                  <a:pt x="2350555" y="440102"/>
                </a:lnTo>
                <a:lnTo>
                  <a:pt x="2390228" y="461932"/>
                </a:lnTo>
                <a:lnTo>
                  <a:pt x="2429599" y="484237"/>
                </a:lnTo>
                <a:lnTo>
                  <a:pt x="2468666" y="507013"/>
                </a:lnTo>
                <a:lnTo>
                  <a:pt x="2507424" y="530256"/>
                </a:lnTo>
                <a:lnTo>
                  <a:pt x="2545869" y="553962"/>
                </a:lnTo>
                <a:lnTo>
                  <a:pt x="2583998" y="578127"/>
                </a:lnTo>
                <a:lnTo>
                  <a:pt x="2621807" y="602747"/>
                </a:lnTo>
                <a:lnTo>
                  <a:pt x="2659291" y="627819"/>
                </a:lnTo>
                <a:lnTo>
                  <a:pt x="2696447" y="653338"/>
                </a:lnTo>
                <a:lnTo>
                  <a:pt x="2733271" y="679301"/>
                </a:lnTo>
                <a:lnTo>
                  <a:pt x="2769759" y="705704"/>
                </a:lnTo>
                <a:lnTo>
                  <a:pt x="2805908" y="732543"/>
                </a:lnTo>
                <a:lnTo>
                  <a:pt x="2841713" y="759814"/>
                </a:lnTo>
                <a:lnTo>
                  <a:pt x="2877171" y="787514"/>
                </a:lnTo>
                <a:lnTo>
                  <a:pt x="2912277" y="815638"/>
                </a:lnTo>
                <a:lnTo>
                  <a:pt x="2947029" y="844183"/>
                </a:lnTo>
                <a:lnTo>
                  <a:pt x="2981421" y="873144"/>
                </a:lnTo>
                <a:lnTo>
                  <a:pt x="3015451" y="902518"/>
                </a:lnTo>
                <a:lnTo>
                  <a:pt x="3049114" y="932302"/>
                </a:lnTo>
                <a:lnTo>
                  <a:pt x="3082406" y="962490"/>
                </a:lnTo>
                <a:lnTo>
                  <a:pt x="3115324" y="993080"/>
                </a:lnTo>
                <a:lnTo>
                  <a:pt x="3147864" y="1024068"/>
                </a:lnTo>
                <a:lnTo>
                  <a:pt x="3180022" y="1055449"/>
                </a:lnTo>
                <a:lnTo>
                  <a:pt x="3211794" y="1087220"/>
                </a:lnTo>
                <a:lnTo>
                  <a:pt x="3243176" y="1119376"/>
                </a:lnTo>
                <a:lnTo>
                  <a:pt x="3274165" y="1151915"/>
                </a:lnTo>
                <a:lnTo>
                  <a:pt x="3304756" y="1184832"/>
                </a:lnTo>
                <a:lnTo>
                  <a:pt x="3334945" y="1218123"/>
                </a:lnTo>
                <a:lnTo>
                  <a:pt x="3364730" y="1251785"/>
                </a:lnTo>
                <a:lnTo>
                  <a:pt x="3394105" y="1285814"/>
                </a:lnTo>
                <a:lnTo>
                  <a:pt x="3423068" y="1320205"/>
                </a:lnTo>
                <a:lnTo>
                  <a:pt x="3451613" y="1354955"/>
                </a:lnTo>
                <a:lnTo>
                  <a:pt x="3479738" y="1390061"/>
                </a:lnTo>
                <a:lnTo>
                  <a:pt x="3507439" y="1425517"/>
                </a:lnTo>
                <a:lnTo>
                  <a:pt x="3534711" y="1461321"/>
                </a:lnTo>
                <a:lnTo>
                  <a:pt x="3561551" y="1497468"/>
                </a:lnTo>
                <a:lnTo>
                  <a:pt x="3587955" y="1533955"/>
                </a:lnTo>
                <a:lnTo>
                  <a:pt x="3613919" y="1570778"/>
                </a:lnTo>
                <a:lnTo>
                  <a:pt x="3639439" y="1607933"/>
                </a:lnTo>
                <a:lnTo>
                  <a:pt x="3664512" y="1645416"/>
                </a:lnTo>
                <a:lnTo>
                  <a:pt x="3689133" y="1683223"/>
                </a:lnTo>
                <a:lnTo>
                  <a:pt x="3713299" y="1721350"/>
                </a:lnTo>
                <a:lnTo>
                  <a:pt x="3737005" y="1759794"/>
                </a:lnTo>
                <a:lnTo>
                  <a:pt x="3760249" y="1798551"/>
                </a:lnTo>
                <a:lnTo>
                  <a:pt x="3783026" y="1837616"/>
                </a:lnTo>
                <a:lnTo>
                  <a:pt x="3805331" y="1876987"/>
                </a:lnTo>
                <a:lnTo>
                  <a:pt x="3827163" y="1916658"/>
                </a:lnTo>
                <a:lnTo>
                  <a:pt x="3848516" y="1956627"/>
                </a:lnTo>
                <a:lnTo>
                  <a:pt x="3869386" y="1996889"/>
                </a:lnTo>
                <a:lnTo>
                  <a:pt x="3889770" y="2037441"/>
                </a:lnTo>
                <a:lnTo>
                  <a:pt x="3909665" y="2078278"/>
                </a:lnTo>
                <a:lnTo>
                  <a:pt x="3929065" y="2119397"/>
                </a:lnTo>
                <a:lnTo>
                  <a:pt x="3947968" y="2160794"/>
                </a:lnTo>
                <a:lnTo>
                  <a:pt x="3966369" y="2202465"/>
                </a:lnTo>
                <a:lnTo>
                  <a:pt x="3984264" y="2244407"/>
                </a:lnTo>
                <a:lnTo>
                  <a:pt x="4001650" y="2286615"/>
                </a:lnTo>
                <a:lnTo>
                  <a:pt x="4018523" y="2329085"/>
                </a:lnTo>
                <a:lnTo>
                  <a:pt x="4034879" y="2371814"/>
                </a:lnTo>
                <a:lnTo>
                  <a:pt x="4050715" y="2414798"/>
                </a:lnTo>
                <a:lnTo>
                  <a:pt x="4066025" y="2458033"/>
                </a:lnTo>
                <a:lnTo>
                  <a:pt x="4080807" y="2501515"/>
                </a:lnTo>
                <a:lnTo>
                  <a:pt x="4095056" y="2545240"/>
                </a:lnTo>
                <a:lnTo>
                  <a:pt x="4108769" y="2589205"/>
                </a:lnTo>
                <a:lnTo>
                  <a:pt x="4121942" y="2633405"/>
                </a:lnTo>
                <a:lnTo>
                  <a:pt x="4134571" y="2677837"/>
                </a:lnTo>
                <a:lnTo>
                  <a:pt x="4146652" y="2722497"/>
                </a:lnTo>
                <a:lnTo>
                  <a:pt x="4158181" y="2767380"/>
                </a:lnTo>
                <a:lnTo>
                  <a:pt x="4169155" y="2812484"/>
                </a:lnTo>
                <a:lnTo>
                  <a:pt x="4179569" y="2857804"/>
                </a:lnTo>
                <a:lnTo>
                  <a:pt x="4189420" y="2903337"/>
                </a:lnTo>
                <a:lnTo>
                  <a:pt x="4198704" y="2949078"/>
                </a:lnTo>
                <a:lnTo>
                  <a:pt x="4207417" y="2995024"/>
                </a:lnTo>
                <a:lnTo>
                  <a:pt x="4215555" y="3041170"/>
                </a:lnTo>
                <a:lnTo>
                  <a:pt x="4223114" y="3087514"/>
                </a:lnTo>
                <a:lnTo>
                  <a:pt x="4230090" y="3134051"/>
                </a:lnTo>
                <a:lnTo>
                  <a:pt x="4236480" y="3180777"/>
                </a:lnTo>
                <a:lnTo>
                  <a:pt x="4242280" y="3227688"/>
                </a:lnTo>
                <a:lnTo>
                  <a:pt x="4247486" y="3274781"/>
                </a:lnTo>
                <a:lnTo>
                  <a:pt x="4252094" y="3322052"/>
                </a:lnTo>
                <a:lnTo>
                  <a:pt x="4256100" y="3369497"/>
                </a:lnTo>
                <a:lnTo>
                  <a:pt x="4259500" y="3417111"/>
                </a:lnTo>
                <a:lnTo>
                  <a:pt x="4262291" y="3464892"/>
                </a:lnTo>
                <a:lnTo>
                  <a:pt x="4264468" y="3512835"/>
                </a:lnTo>
                <a:lnTo>
                  <a:pt x="4266028" y="3560937"/>
                </a:lnTo>
                <a:lnTo>
                  <a:pt x="4266966" y="3609193"/>
                </a:lnTo>
                <a:lnTo>
                  <a:pt x="4267280" y="3657600"/>
                </a:lnTo>
                <a:lnTo>
                  <a:pt x="4266966" y="3706008"/>
                </a:lnTo>
                <a:lnTo>
                  <a:pt x="4266028" y="3754266"/>
                </a:lnTo>
                <a:lnTo>
                  <a:pt x="4264468" y="3802369"/>
                </a:lnTo>
                <a:lnTo>
                  <a:pt x="4262291" y="3850314"/>
                </a:lnTo>
                <a:lnTo>
                  <a:pt x="4259500" y="3898096"/>
                </a:lnTo>
                <a:lnTo>
                  <a:pt x="4256100" y="3945712"/>
                </a:lnTo>
                <a:lnTo>
                  <a:pt x="4252094" y="3993159"/>
                </a:lnTo>
                <a:lnTo>
                  <a:pt x="4247486" y="4040431"/>
                </a:lnTo>
                <a:lnTo>
                  <a:pt x="4242280" y="4087526"/>
                </a:lnTo>
                <a:lnTo>
                  <a:pt x="4236480" y="4134439"/>
                </a:lnTo>
                <a:lnTo>
                  <a:pt x="4230090" y="4181166"/>
                </a:lnTo>
                <a:lnTo>
                  <a:pt x="4223114" y="4227705"/>
                </a:lnTo>
                <a:lnTo>
                  <a:pt x="4215555" y="4274050"/>
                </a:lnTo>
                <a:lnTo>
                  <a:pt x="4207417" y="4320198"/>
                </a:lnTo>
                <a:lnTo>
                  <a:pt x="4198704" y="4366146"/>
                </a:lnTo>
                <a:lnTo>
                  <a:pt x="4189420" y="4411888"/>
                </a:lnTo>
                <a:lnTo>
                  <a:pt x="4179569" y="4457422"/>
                </a:lnTo>
                <a:lnTo>
                  <a:pt x="4169155" y="4502744"/>
                </a:lnTo>
                <a:lnTo>
                  <a:pt x="4158181" y="4547850"/>
                </a:lnTo>
                <a:lnTo>
                  <a:pt x="4146652" y="4592735"/>
                </a:lnTo>
                <a:lnTo>
                  <a:pt x="4134571" y="4637396"/>
                </a:lnTo>
                <a:lnTo>
                  <a:pt x="4121942" y="4681829"/>
                </a:lnTo>
                <a:lnTo>
                  <a:pt x="4108769" y="4726031"/>
                </a:lnTo>
                <a:lnTo>
                  <a:pt x="4095056" y="4769997"/>
                </a:lnTo>
                <a:lnTo>
                  <a:pt x="4080807" y="4813724"/>
                </a:lnTo>
                <a:lnTo>
                  <a:pt x="4066025" y="4857208"/>
                </a:lnTo>
                <a:lnTo>
                  <a:pt x="4059110" y="4876734"/>
                </a:lnTo>
                <a:close/>
              </a:path>
            </a:pathLst>
          </a:custGeom>
          <a:solidFill>
            <a:srgbClr val="111D3C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801795" y="0"/>
            <a:ext cx="3454400" cy="3652520"/>
          </a:xfrm>
          <a:custGeom>
            <a:avLst/>
            <a:gdLst/>
            <a:ahLst/>
            <a:cxnLst/>
            <a:rect l="l" t="t" r="r" b="b"/>
            <a:pathLst>
              <a:path w="3454400" h="3652520">
                <a:moveTo>
                  <a:pt x="3454204" y="3652057"/>
                </a:moveTo>
                <a:lnTo>
                  <a:pt x="3369497" y="3646490"/>
                </a:lnTo>
                <a:lnTo>
                  <a:pt x="3322052" y="3642485"/>
                </a:lnTo>
                <a:lnTo>
                  <a:pt x="3274781" y="3637877"/>
                </a:lnTo>
                <a:lnTo>
                  <a:pt x="3227688" y="3632671"/>
                </a:lnTo>
                <a:lnTo>
                  <a:pt x="3180777" y="3626871"/>
                </a:lnTo>
                <a:lnTo>
                  <a:pt x="3134051" y="3620481"/>
                </a:lnTo>
                <a:lnTo>
                  <a:pt x="3087514" y="3613504"/>
                </a:lnTo>
                <a:lnTo>
                  <a:pt x="3041170" y="3605945"/>
                </a:lnTo>
                <a:lnTo>
                  <a:pt x="2995024" y="3597807"/>
                </a:lnTo>
                <a:lnTo>
                  <a:pt x="2949078" y="3589095"/>
                </a:lnTo>
                <a:lnTo>
                  <a:pt x="2903337" y="3579811"/>
                </a:lnTo>
                <a:lnTo>
                  <a:pt x="2857804" y="3569960"/>
                </a:lnTo>
                <a:lnTo>
                  <a:pt x="2812484" y="3559546"/>
                </a:lnTo>
                <a:lnTo>
                  <a:pt x="2767381" y="3548572"/>
                </a:lnTo>
                <a:lnTo>
                  <a:pt x="2722497" y="3537043"/>
                </a:lnTo>
                <a:lnTo>
                  <a:pt x="2677837" y="3524962"/>
                </a:lnTo>
                <a:lnTo>
                  <a:pt x="2633405" y="3512333"/>
                </a:lnTo>
                <a:lnTo>
                  <a:pt x="2589205" y="3499160"/>
                </a:lnTo>
                <a:lnTo>
                  <a:pt x="2545240" y="3485447"/>
                </a:lnTo>
                <a:lnTo>
                  <a:pt x="2501515" y="3471198"/>
                </a:lnTo>
                <a:lnTo>
                  <a:pt x="2458033" y="3456416"/>
                </a:lnTo>
                <a:lnTo>
                  <a:pt x="2414798" y="3441105"/>
                </a:lnTo>
                <a:lnTo>
                  <a:pt x="2371814" y="3425270"/>
                </a:lnTo>
                <a:lnTo>
                  <a:pt x="2329085" y="3408914"/>
                </a:lnTo>
                <a:lnTo>
                  <a:pt x="2286615" y="3392041"/>
                </a:lnTo>
                <a:lnTo>
                  <a:pt x="2244407" y="3374655"/>
                </a:lnTo>
                <a:lnTo>
                  <a:pt x="2202466" y="3356759"/>
                </a:lnTo>
                <a:lnTo>
                  <a:pt x="2160795" y="3338358"/>
                </a:lnTo>
                <a:lnTo>
                  <a:pt x="2119397" y="3319456"/>
                </a:lnTo>
                <a:lnTo>
                  <a:pt x="2078278" y="3300055"/>
                </a:lnTo>
                <a:lnTo>
                  <a:pt x="2037441" y="3280161"/>
                </a:lnTo>
                <a:lnTo>
                  <a:pt x="1996889" y="3259777"/>
                </a:lnTo>
                <a:lnTo>
                  <a:pt x="1956627" y="3238906"/>
                </a:lnTo>
                <a:lnTo>
                  <a:pt x="1916659" y="3217553"/>
                </a:lnTo>
                <a:lnTo>
                  <a:pt x="1876987" y="3195722"/>
                </a:lnTo>
                <a:lnTo>
                  <a:pt x="1837617" y="3173416"/>
                </a:lnTo>
                <a:lnTo>
                  <a:pt x="1798551" y="3150640"/>
                </a:lnTo>
                <a:lnTo>
                  <a:pt x="1759795" y="3127396"/>
                </a:lnTo>
                <a:lnTo>
                  <a:pt x="1721351" y="3103689"/>
                </a:lnTo>
                <a:lnTo>
                  <a:pt x="1683223" y="3079524"/>
                </a:lnTo>
                <a:lnTo>
                  <a:pt x="1645416" y="3054902"/>
                </a:lnTo>
                <a:lnTo>
                  <a:pt x="1607933" y="3029830"/>
                </a:lnTo>
                <a:lnTo>
                  <a:pt x="1570778" y="3004310"/>
                </a:lnTo>
                <a:lnTo>
                  <a:pt x="1533956" y="2978346"/>
                </a:lnTo>
                <a:lnTo>
                  <a:pt x="1497469" y="2951942"/>
                </a:lnTo>
                <a:lnTo>
                  <a:pt x="1461321" y="2925102"/>
                </a:lnTo>
                <a:lnTo>
                  <a:pt x="1425517" y="2897830"/>
                </a:lnTo>
                <a:lnTo>
                  <a:pt x="1390061" y="2870129"/>
                </a:lnTo>
                <a:lnTo>
                  <a:pt x="1354956" y="2842004"/>
                </a:lnTo>
                <a:lnTo>
                  <a:pt x="1320205" y="2813458"/>
                </a:lnTo>
                <a:lnTo>
                  <a:pt x="1285814" y="2784496"/>
                </a:lnTo>
                <a:lnTo>
                  <a:pt x="1251786" y="2755121"/>
                </a:lnTo>
                <a:lnTo>
                  <a:pt x="1218124" y="2725336"/>
                </a:lnTo>
                <a:lnTo>
                  <a:pt x="1184832" y="2695146"/>
                </a:lnTo>
                <a:lnTo>
                  <a:pt x="1151915" y="2664555"/>
                </a:lnTo>
                <a:lnTo>
                  <a:pt x="1119377" y="2633567"/>
                </a:lnTo>
                <a:lnTo>
                  <a:pt x="1087220" y="2602185"/>
                </a:lnTo>
                <a:lnTo>
                  <a:pt x="1055449" y="2570413"/>
                </a:lnTo>
                <a:lnTo>
                  <a:pt x="1024068" y="2538255"/>
                </a:lnTo>
                <a:lnTo>
                  <a:pt x="993080" y="2505715"/>
                </a:lnTo>
                <a:lnTo>
                  <a:pt x="962491" y="2472797"/>
                </a:lnTo>
                <a:lnTo>
                  <a:pt x="932302" y="2439504"/>
                </a:lnTo>
                <a:lnTo>
                  <a:pt x="902519" y="2405841"/>
                </a:lnTo>
                <a:lnTo>
                  <a:pt x="873144" y="2371812"/>
                </a:lnTo>
                <a:lnTo>
                  <a:pt x="844183" y="2337419"/>
                </a:lnTo>
                <a:lnTo>
                  <a:pt x="815638" y="2302668"/>
                </a:lnTo>
                <a:lnTo>
                  <a:pt x="787514" y="2267561"/>
                </a:lnTo>
                <a:lnTo>
                  <a:pt x="759815" y="2232104"/>
                </a:lnTo>
                <a:lnTo>
                  <a:pt x="732543" y="2196298"/>
                </a:lnTo>
                <a:lnTo>
                  <a:pt x="705704" y="2160150"/>
                </a:lnTo>
                <a:lnTo>
                  <a:pt x="679301" y="2123662"/>
                </a:lnTo>
                <a:lnTo>
                  <a:pt x="653338" y="2086837"/>
                </a:lnTo>
                <a:lnTo>
                  <a:pt x="627819" y="2049681"/>
                </a:lnTo>
                <a:lnTo>
                  <a:pt x="602747" y="2012197"/>
                </a:lnTo>
                <a:lnTo>
                  <a:pt x="578127" y="1974389"/>
                </a:lnTo>
                <a:lnTo>
                  <a:pt x="553962" y="1936260"/>
                </a:lnTo>
                <a:lnTo>
                  <a:pt x="530256" y="1897815"/>
                </a:lnTo>
                <a:lnTo>
                  <a:pt x="507013" y="1859057"/>
                </a:lnTo>
                <a:lnTo>
                  <a:pt x="484237" y="1819990"/>
                </a:lnTo>
                <a:lnTo>
                  <a:pt x="461932" y="1780618"/>
                </a:lnTo>
                <a:lnTo>
                  <a:pt x="440102" y="1740945"/>
                </a:lnTo>
                <a:lnTo>
                  <a:pt x="418750" y="1700975"/>
                </a:lnTo>
                <a:lnTo>
                  <a:pt x="397880" y="1660712"/>
                </a:lnTo>
                <a:lnTo>
                  <a:pt x="377496" y="1620159"/>
                </a:lnTo>
                <a:lnTo>
                  <a:pt x="357603" y="1579320"/>
                </a:lnTo>
                <a:lnTo>
                  <a:pt x="338203" y="1538199"/>
                </a:lnTo>
                <a:lnTo>
                  <a:pt x="319301" y="1496801"/>
                </a:lnTo>
                <a:lnTo>
                  <a:pt x="300901" y="1455128"/>
                </a:lnTo>
                <a:lnTo>
                  <a:pt x="283006" y="1413185"/>
                </a:lnTo>
                <a:lnTo>
                  <a:pt x="265620" y="1370976"/>
                </a:lnTo>
                <a:lnTo>
                  <a:pt x="248748" y="1328504"/>
                </a:lnTo>
                <a:lnTo>
                  <a:pt x="232392" y="1285774"/>
                </a:lnTo>
                <a:lnTo>
                  <a:pt x="216558" y="1242788"/>
                </a:lnTo>
                <a:lnTo>
                  <a:pt x="201248" y="1199552"/>
                </a:lnTo>
                <a:lnTo>
                  <a:pt x="186466" y="1156068"/>
                </a:lnTo>
                <a:lnTo>
                  <a:pt x="172218" y="1112342"/>
                </a:lnTo>
                <a:lnTo>
                  <a:pt x="158505" y="1068375"/>
                </a:lnTo>
                <a:lnTo>
                  <a:pt x="145333" y="1024174"/>
                </a:lnTo>
                <a:lnTo>
                  <a:pt x="132704" y="979740"/>
                </a:lnTo>
                <a:lnTo>
                  <a:pt x="120624" y="935079"/>
                </a:lnTo>
                <a:lnTo>
                  <a:pt x="109095" y="890194"/>
                </a:lnTo>
                <a:lnTo>
                  <a:pt x="98121" y="845088"/>
                </a:lnTo>
                <a:lnTo>
                  <a:pt x="87708" y="799767"/>
                </a:lnTo>
                <a:lnTo>
                  <a:pt x="77857" y="754233"/>
                </a:lnTo>
                <a:lnTo>
                  <a:pt x="68573" y="708490"/>
                </a:lnTo>
                <a:lnTo>
                  <a:pt x="59861" y="662543"/>
                </a:lnTo>
                <a:lnTo>
                  <a:pt x="51723" y="616394"/>
                </a:lnTo>
                <a:lnTo>
                  <a:pt x="44164" y="570049"/>
                </a:lnTo>
                <a:lnTo>
                  <a:pt x="37188" y="523511"/>
                </a:lnTo>
                <a:lnTo>
                  <a:pt x="30798" y="476783"/>
                </a:lnTo>
                <a:lnTo>
                  <a:pt x="24998" y="429870"/>
                </a:lnTo>
                <a:lnTo>
                  <a:pt x="19793" y="382775"/>
                </a:lnTo>
                <a:lnTo>
                  <a:pt x="15185" y="335503"/>
                </a:lnTo>
                <a:lnTo>
                  <a:pt x="11180" y="288057"/>
                </a:lnTo>
                <a:lnTo>
                  <a:pt x="7779" y="240440"/>
                </a:lnTo>
                <a:lnTo>
                  <a:pt x="4989" y="192658"/>
                </a:lnTo>
                <a:lnTo>
                  <a:pt x="2812" y="144713"/>
                </a:lnTo>
                <a:lnTo>
                  <a:pt x="1252" y="96610"/>
                </a:lnTo>
                <a:lnTo>
                  <a:pt x="313" y="48352"/>
                </a:lnTo>
                <a:lnTo>
                  <a:pt x="0" y="0"/>
                </a:lnTo>
                <a:lnTo>
                  <a:pt x="3454204" y="0"/>
                </a:lnTo>
                <a:lnTo>
                  <a:pt x="3454204" y="3652057"/>
                </a:lnTo>
                <a:close/>
              </a:path>
            </a:pathLst>
          </a:custGeom>
          <a:solidFill>
            <a:srgbClr val="16254A">
              <a:alpha val="697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7522578" y="1889788"/>
            <a:ext cx="1219200" cy="1219200"/>
            <a:chOff x="7522578" y="1889788"/>
            <a:chExt cx="1219200" cy="1219200"/>
          </a:xfrm>
        </p:grpSpPr>
        <p:sp>
          <p:nvSpPr>
            <p:cNvPr id="5" name="object 5"/>
            <p:cNvSpPr/>
            <p:nvPr/>
          </p:nvSpPr>
          <p:spPr>
            <a:xfrm>
              <a:off x="7522578" y="1889788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609600" y="1219199"/>
                  </a:moveTo>
                  <a:lnTo>
                    <a:pt x="561960" y="1217365"/>
                  </a:lnTo>
                  <a:lnTo>
                    <a:pt x="515323" y="1211954"/>
                  </a:lnTo>
                  <a:lnTo>
                    <a:pt x="469824" y="1203100"/>
                  </a:lnTo>
                  <a:lnTo>
                    <a:pt x="425599" y="1190939"/>
                  </a:lnTo>
                  <a:lnTo>
                    <a:pt x="382784" y="1175607"/>
                  </a:lnTo>
                  <a:lnTo>
                    <a:pt x="341513" y="1157239"/>
                  </a:lnTo>
                  <a:lnTo>
                    <a:pt x="301923" y="1135971"/>
                  </a:lnTo>
                  <a:lnTo>
                    <a:pt x="264149" y="1111939"/>
                  </a:lnTo>
                  <a:lnTo>
                    <a:pt x="228326" y="1085277"/>
                  </a:lnTo>
                  <a:lnTo>
                    <a:pt x="194590" y="1056122"/>
                  </a:lnTo>
                  <a:lnTo>
                    <a:pt x="163077" y="1024609"/>
                  </a:lnTo>
                  <a:lnTo>
                    <a:pt x="133922" y="990873"/>
                  </a:lnTo>
                  <a:lnTo>
                    <a:pt x="107260" y="955051"/>
                  </a:lnTo>
                  <a:lnTo>
                    <a:pt x="83228" y="917276"/>
                  </a:lnTo>
                  <a:lnTo>
                    <a:pt x="61960" y="877686"/>
                  </a:lnTo>
                  <a:lnTo>
                    <a:pt x="43592" y="836416"/>
                  </a:lnTo>
                  <a:lnTo>
                    <a:pt x="28260" y="793600"/>
                  </a:lnTo>
                  <a:lnTo>
                    <a:pt x="16099" y="749375"/>
                  </a:lnTo>
                  <a:lnTo>
                    <a:pt x="7245" y="703876"/>
                  </a:lnTo>
                  <a:lnTo>
                    <a:pt x="1834" y="657239"/>
                  </a:lnTo>
                  <a:lnTo>
                    <a:pt x="0" y="609599"/>
                  </a:lnTo>
                  <a:lnTo>
                    <a:pt x="1834" y="561960"/>
                  </a:lnTo>
                  <a:lnTo>
                    <a:pt x="7245" y="515323"/>
                  </a:lnTo>
                  <a:lnTo>
                    <a:pt x="16099" y="469824"/>
                  </a:lnTo>
                  <a:lnTo>
                    <a:pt x="28260" y="425599"/>
                  </a:lnTo>
                  <a:lnTo>
                    <a:pt x="43592" y="382783"/>
                  </a:lnTo>
                  <a:lnTo>
                    <a:pt x="61960" y="341513"/>
                  </a:lnTo>
                  <a:lnTo>
                    <a:pt x="83228" y="301923"/>
                  </a:lnTo>
                  <a:lnTo>
                    <a:pt x="107260" y="264148"/>
                  </a:lnTo>
                  <a:lnTo>
                    <a:pt x="133922" y="228326"/>
                  </a:lnTo>
                  <a:lnTo>
                    <a:pt x="163077" y="194590"/>
                  </a:lnTo>
                  <a:lnTo>
                    <a:pt x="194590" y="163077"/>
                  </a:lnTo>
                  <a:lnTo>
                    <a:pt x="228326" y="133922"/>
                  </a:lnTo>
                  <a:lnTo>
                    <a:pt x="264149" y="107260"/>
                  </a:lnTo>
                  <a:lnTo>
                    <a:pt x="301923" y="83228"/>
                  </a:lnTo>
                  <a:lnTo>
                    <a:pt x="341513" y="61960"/>
                  </a:lnTo>
                  <a:lnTo>
                    <a:pt x="382784" y="43592"/>
                  </a:lnTo>
                  <a:lnTo>
                    <a:pt x="425599" y="28260"/>
                  </a:lnTo>
                  <a:lnTo>
                    <a:pt x="469824" y="16099"/>
                  </a:lnTo>
                  <a:lnTo>
                    <a:pt x="515323" y="7245"/>
                  </a:lnTo>
                  <a:lnTo>
                    <a:pt x="561960" y="1834"/>
                  </a:lnTo>
                  <a:lnTo>
                    <a:pt x="609600" y="0"/>
                  </a:lnTo>
                  <a:lnTo>
                    <a:pt x="657239" y="1834"/>
                  </a:lnTo>
                  <a:lnTo>
                    <a:pt x="703876" y="7245"/>
                  </a:lnTo>
                  <a:lnTo>
                    <a:pt x="749375" y="16099"/>
                  </a:lnTo>
                  <a:lnTo>
                    <a:pt x="793600" y="28260"/>
                  </a:lnTo>
                  <a:lnTo>
                    <a:pt x="836415" y="43592"/>
                  </a:lnTo>
                  <a:lnTo>
                    <a:pt x="877686" y="61960"/>
                  </a:lnTo>
                  <a:lnTo>
                    <a:pt x="917276" y="83228"/>
                  </a:lnTo>
                  <a:lnTo>
                    <a:pt x="955050" y="107260"/>
                  </a:lnTo>
                  <a:lnTo>
                    <a:pt x="990873" y="133922"/>
                  </a:lnTo>
                  <a:lnTo>
                    <a:pt x="1024609" y="163077"/>
                  </a:lnTo>
                  <a:lnTo>
                    <a:pt x="1056122" y="194590"/>
                  </a:lnTo>
                  <a:lnTo>
                    <a:pt x="1085277" y="228326"/>
                  </a:lnTo>
                  <a:lnTo>
                    <a:pt x="1111939" y="264148"/>
                  </a:lnTo>
                  <a:lnTo>
                    <a:pt x="1135971" y="301923"/>
                  </a:lnTo>
                  <a:lnTo>
                    <a:pt x="1157239" y="341513"/>
                  </a:lnTo>
                  <a:lnTo>
                    <a:pt x="1175607" y="382783"/>
                  </a:lnTo>
                  <a:lnTo>
                    <a:pt x="1190939" y="425599"/>
                  </a:lnTo>
                  <a:lnTo>
                    <a:pt x="1203100" y="469824"/>
                  </a:lnTo>
                  <a:lnTo>
                    <a:pt x="1211954" y="515323"/>
                  </a:lnTo>
                  <a:lnTo>
                    <a:pt x="1217365" y="561960"/>
                  </a:lnTo>
                  <a:lnTo>
                    <a:pt x="1219200" y="609599"/>
                  </a:lnTo>
                  <a:lnTo>
                    <a:pt x="1217365" y="657239"/>
                  </a:lnTo>
                  <a:lnTo>
                    <a:pt x="1211954" y="703876"/>
                  </a:lnTo>
                  <a:lnTo>
                    <a:pt x="1203100" y="749375"/>
                  </a:lnTo>
                  <a:lnTo>
                    <a:pt x="1190939" y="793600"/>
                  </a:lnTo>
                  <a:lnTo>
                    <a:pt x="1175607" y="836416"/>
                  </a:lnTo>
                  <a:lnTo>
                    <a:pt x="1157239" y="877686"/>
                  </a:lnTo>
                  <a:lnTo>
                    <a:pt x="1135971" y="917276"/>
                  </a:lnTo>
                  <a:lnTo>
                    <a:pt x="1111939" y="955051"/>
                  </a:lnTo>
                  <a:lnTo>
                    <a:pt x="1085277" y="990873"/>
                  </a:lnTo>
                  <a:lnTo>
                    <a:pt x="1056122" y="1024609"/>
                  </a:lnTo>
                  <a:lnTo>
                    <a:pt x="1024609" y="1056122"/>
                  </a:lnTo>
                  <a:lnTo>
                    <a:pt x="990873" y="1085277"/>
                  </a:lnTo>
                  <a:lnTo>
                    <a:pt x="955050" y="1111939"/>
                  </a:lnTo>
                  <a:lnTo>
                    <a:pt x="917276" y="1135971"/>
                  </a:lnTo>
                  <a:lnTo>
                    <a:pt x="877686" y="1157239"/>
                  </a:lnTo>
                  <a:lnTo>
                    <a:pt x="836415" y="1175607"/>
                  </a:lnTo>
                  <a:lnTo>
                    <a:pt x="793600" y="1190939"/>
                  </a:lnTo>
                  <a:lnTo>
                    <a:pt x="749375" y="1203100"/>
                  </a:lnTo>
                  <a:lnTo>
                    <a:pt x="703876" y="1211954"/>
                  </a:lnTo>
                  <a:lnTo>
                    <a:pt x="657239" y="1217365"/>
                  </a:lnTo>
                  <a:lnTo>
                    <a:pt x="609600" y="1219199"/>
                  </a:lnTo>
                  <a:close/>
                </a:path>
              </a:pathLst>
            </a:custGeom>
            <a:solidFill>
              <a:srgbClr val="111D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5900" y="2209800"/>
              <a:ext cx="584200" cy="5842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842000" y="3341684"/>
            <a:ext cx="4561205" cy="12122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600" spc="-325"/>
              <a:t>T</a:t>
            </a:r>
            <a:r>
              <a:rPr dirty="0" sz="7750" spc="-325"/>
              <a:t>h</a:t>
            </a:r>
            <a:r>
              <a:rPr dirty="0" sz="7600" spc="-325"/>
              <a:t>a</a:t>
            </a:r>
            <a:r>
              <a:rPr dirty="0" sz="7750" spc="-325"/>
              <a:t>nk</a:t>
            </a:r>
            <a:r>
              <a:rPr dirty="0" sz="7750" spc="-905"/>
              <a:t> </a:t>
            </a:r>
            <a:r>
              <a:rPr dirty="0" sz="7600" spc="-645"/>
              <a:t>Y</a:t>
            </a:r>
            <a:r>
              <a:rPr dirty="0" sz="7750" spc="-550"/>
              <a:t>o</a:t>
            </a:r>
            <a:r>
              <a:rPr dirty="0" sz="7750" spc="-145"/>
              <a:t>u</a:t>
            </a:r>
            <a:endParaRPr sz="77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7774" y="4882917"/>
            <a:ext cx="1464247" cy="26537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113572" y="4883587"/>
            <a:ext cx="222885" cy="255904"/>
          </a:xfrm>
          <a:custGeom>
            <a:avLst/>
            <a:gdLst/>
            <a:ahLst/>
            <a:cxnLst/>
            <a:rect l="l" t="t" r="r" b="b"/>
            <a:pathLst>
              <a:path w="222884" h="255904">
                <a:moveTo>
                  <a:pt x="89940" y="136773"/>
                </a:moveTo>
                <a:lnTo>
                  <a:pt x="68215" y="102248"/>
                </a:lnTo>
                <a:lnTo>
                  <a:pt x="62533" y="78588"/>
                </a:lnTo>
                <a:lnTo>
                  <a:pt x="62804" y="72707"/>
                </a:lnTo>
                <a:lnTo>
                  <a:pt x="62904" y="70546"/>
                </a:lnTo>
                <a:lnTo>
                  <a:pt x="80641" y="29965"/>
                </a:lnTo>
                <a:lnTo>
                  <a:pt x="117968" y="4426"/>
                </a:lnTo>
                <a:lnTo>
                  <a:pt x="136768" y="397"/>
                </a:lnTo>
                <a:lnTo>
                  <a:pt x="138013" y="397"/>
                </a:lnTo>
                <a:lnTo>
                  <a:pt x="145767" y="0"/>
                </a:lnTo>
                <a:lnTo>
                  <a:pt x="183052" y="9967"/>
                </a:lnTo>
                <a:lnTo>
                  <a:pt x="195237" y="24361"/>
                </a:lnTo>
                <a:lnTo>
                  <a:pt x="138735" y="24361"/>
                </a:lnTo>
                <a:lnTo>
                  <a:pt x="130981" y="24983"/>
                </a:lnTo>
                <a:lnTo>
                  <a:pt x="98656" y="45583"/>
                </a:lnTo>
                <a:lnTo>
                  <a:pt x="91170" y="72707"/>
                </a:lnTo>
                <a:lnTo>
                  <a:pt x="91858" y="78588"/>
                </a:lnTo>
                <a:lnTo>
                  <a:pt x="105887" y="107712"/>
                </a:lnTo>
                <a:lnTo>
                  <a:pt x="102570" y="108663"/>
                </a:lnTo>
                <a:lnTo>
                  <a:pt x="103384" y="110421"/>
                </a:lnTo>
                <a:lnTo>
                  <a:pt x="95956" y="110421"/>
                </a:lnTo>
                <a:lnTo>
                  <a:pt x="76204" y="116589"/>
                </a:lnTo>
                <a:lnTo>
                  <a:pt x="98670" y="116589"/>
                </a:lnTo>
                <a:lnTo>
                  <a:pt x="105751" y="132689"/>
                </a:lnTo>
                <a:lnTo>
                  <a:pt x="89940" y="136773"/>
                </a:lnTo>
                <a:close/>
              </a:path>
              <a:path w="222884" h="255904">
                <a:moveTo>
                  <a:pt x="120072" y="126989"/>
                </a:moveTo>
                <a:lnTo>
                  <a:pt x="111444" y="115527"/>
                </a:lnTo>
                <a:lnTo>
                  <a:pt x="105887" y="107712"/>
                </a:lnTo>
                <a:lnTo>
                  <a:pt x="117011" y="104524"/>
                </a:lnTo>
                <a:lnTo>
                  <a:pt x="129610" y="99977"/>
                </a:lnTo>
                <a:lnTo>
                  <a:pt x="162427" y="76683"/>
                </a:lnTo>
                <a:lnTo>
                  <a:pt x="171821" y="52249"/>
                </a:lnTo>
                <a:lnTo>
                  <a:pt x="171731" y="45185"/>
                </a:lnTo>
                <a:lnTo>
                  <a:pt x="169542" y="39932"/>
                </a:lnTo>
                <a:lnTo>
                  <a:pt x="167366" y="34574"/>
                </a:lnTo>
                <a:lnTo>
                  <a:pt x="163571" y="30639"/>
                </a:lnTo>
                <a:lnTo>
                  <a:pt x="152743" y="25617"/>
                </a:lnTo>
                <a:lnTo>
                  <a:pt x="146269" y="24361"/>
                </a:lnTo>
                <a:lnTo>
                  <a:pt x="195237" y="24361"/>
                </a:lnTo>
                <a:lnTo>
                  <a:pt x="196331" y="26370"/>
                </a:lnTo>
                <a:lnTo>
                  <a:pt x="198649" y="33643"/>
                </a:lnTo>
                <a:lnTo>
                  <a:pt x="199575" y="41732"/>
                </a:lnTo>
                <a:lnTo>
                  <a:pt x="199110" y="50637"/>
                </a:lnTo>
                <a:lnTo>
                  <a:pt x="197396" y="59605"/>
                </a:lnTo>
                <a:lnTo>
                  <a:pt x="197316" y="60024"/>
                </a:lnTo>
                <a:lnTo>
                  <a:pt x="197252" y="60359"/>
                </a:lnTo>
                <a:lnTo>
                  <a:pt x="178502" y="94264"/>
                </a:lnTo>
                <a:lnTo>
                  <a:pt x="142711" y="118939"/>
                </a:lnTo>
                <a:lnTo>
                  <a:pt x="128072" y="124710"/>
                </a:lnTo>
                <a:lnTo>
                  <a:pt x="120072" y="126989"/>
                </a:lnTo>
                <a:close/>
              </a:path>
              <a:path w="222884" h="255904">
                <a:moveTo>
                  <a:pt x="112113" y="129257"/>
                </a:moveTo>
                <a:lnTo>
                  <a:pt x="102570" y="108663"/>
                </a:lnTo>
                <a:lnTo>
                  <a:pt x="105887" y="107712"/>
                </a:lnTo>
                <a:lnTo>
                  <a:pt x="111444" y="115527"/>
                </a:lnTo>
                <a:lnTo>
                  <a:pt x="120072" y="126989"/>
                </a:lnTo>
                <a:lnTo>
                  <a:pt x="112113" y="129257"/>
                </a:lnTo>
                <a:close/>
              </a:path>
              <a:path w="222884" h="255904">
                <a:moveTo>
                  <a:pt x="62051" y="255416"/>
                </a:moveTo>
                <a:lnTo>
                  <a:pt x="23542" y="246877"/>
                </a:lnTo>
                <a:lnTo>
                  <a:pt x="950" y="215986"/>
                </a:lnTo>
                <a:lnTo>
                  <a:pt x="824" y="215512"/>
                </a:lnTo>
                <a:lnTo>
                  <a:pt x="787" y="215374"/>
                </a:lnTo>
                <a:lnTo>
                  <a:pt x="0" y="206961"/>
                </a:lnTo>
                <a:lnTo>
                  <a:pt x="248" y="202508"/>
                </a:lnTo>
                <a:lnTo>
                  <a:pt x="267" y="202162"/>
                </a:lnTo>
                <a:lnTo>
                  <a:pt x="393" y="199904"/>
                </a:lnTo>
                <a:lnTo>
                  <a:pt x="13077" y="162890"/>
                </a:lnTo>
                <a:lnTo>
                  <a:pt x="44016" y="132035"/>
                </a:lnTo>
                <a:lnTo>
                  <a:pt x="95956" y="110421"/>
                </a:lnTo>
                <a:lnTo>
                  <a:pt x="98670" y="116589"/>
                </a:lnTo>
                <a:lnTo>
                  <a:pt x="75938" y="116589"/>
                </a:lnTo>
                <a:lnTo>
                  <a:pt x="77926" y="119912"/>
                </a:lnTo>
                <a:lnTo>
                  <a:pt x="84571" y="129592"/>
                </a:lnTo>
                <a:lnTo>
                  <a:pt x="89940" y="136773"/>
                </a:lnTo>
                <a:lnTo>
                  <a:pt x="75655" y="141730"/>
                </a:lnTo>
                <a:lnTo>
                  <a:pt x="38757" y="168666"/>
                </a:lnTo>
                <a:lnTo>
                  <a:pt x="28481" y="194890"/>
                </a:lnTo>
                <a:lnTo>
                  <a:pt x="28565" y="202508"/>
                </a:lnTo>
                <a:lnTo>
                  <a:pt x="57028" y="228355"/>
                </a:lnTo>
                <a:lnTo>
                  <a:pt x="72265" y="229716"/>
                </a:lnTo>
                <a:lnTo>
                  <a:pt x="141649" y="229716"/>
                </a:lnTo>
                <a:lnTo>
                  <a:pt x="140852" y="230317"/>
                </a:lnTo>
                <a:lnTo>
                  <a:pt x="125759" y="239343"/>
                </a:lnTo>
                <a:lnTo>
                  <a:pt x="110224" y="246375"/>
                </a:lnTo>
                <a:lnTo>
                  <a:pt x="94428" y="251398"/>
                </a:lnTo>
                <a:lnTo>
                  <a:pt x="78371" y="254412"/>
                </a:lnTo>
                <a:lnTo>
                  <a:pt x="62051" y="255416"/>
                </a:lnTo>
                <a:close/>
              </a:path>
              <a:path w="222884" h="255904">
                <a:moveTo>
                  <a:pt x="138825" y="202162"/>
                </a:moveTo>
                <a:lnTo>
                  <a:pt x="89940" y="136773"/>
                </a:lnTo>
                <a:lnTo>
                  <a:pt x="105751" y="132689"/>
                </a:lnTo>
                <a:lnTo>
                  <a:pt x="95956" y="110421"/>
                </a:lnTo>
                <a:lnTo>
                  <a:pt x="103384" y="110421"/>
                </a:lnTo>
                <a:lnTo>
                  <a:pt x="112113" y="129257"/>
                </a:lnTo>
                <a:lnTo>
                  <a:pt x="121778" y="129257"/>
                </a:lnTo>
                <a:lnTo>
                  <a:pt x="160004" y="180038"/>
                </a:lnTo>
                <a:lnTo>
                  <a:pt x="152522" y="189035"/>
                </a:lnTo>
                <a:lnTo>
                  <a:pt x="142146" y="199432"/>
                </a:lnTo>
                <a:lnTo>
                  <a:pt x="138825" y="202162"/>
                </a:lnTo>
                <a:close/>
              </a:path>
              <a:path w="222884" h="255904">
                <a:moveTo>
                  <a:pt x="174959" y="199904"/>
                </a:moveTo>
                <a:lnTo>
                  <a:pt x="160004" y="180038"/>
                </a:lnTo>
                <a:lnTo>
                  <a:pt x="162343" y="177226"/>
                </a:lnTo>
                <a:lnTo>
                  <a:pt x="171389" y="164219"/>
                </a:lnTo>
                <a:lnTo>
                  <a:pt x="179358" y="150228"/>
                </a:lnTo>
                <a:lnTo>
                  <a:pt x="186249" y="135253"/>
                </a:lnTo>
                <a:lnTo>
                  <a:pt x="192062" y="119295"/>
                </a:lnTo>
                <a:lnTo>
                  <a:pt x="222283" y="119295"/>
                </a:lnTo>
                <a:lnTo>
                  <a:pt x="213802" y="139821"/>
                </a:lnTo>
                <a:lnTo>
                  <a:pt x="204180" y="158871"/>
                </a:lnTo>
                <a:lnTo>
                  <a:pt x="193417" y="176446"/>
                </a:lnTo>
                <a:lnTo>
                  <a:pt x="181514" y="192546"/>
                </a:lnTo>
                <a:lnTo>
                  <a:pt x="174959" y="199904"/>
                </a:lnTo>
                <a:close/>
              </a:path>
              <a:path w="222884" h="255904">
                <a:moveTo>
                  <a:pt x="121778" y="129257"/>
                </a:moveTo>
                <a:lnTo>
                  <a:pt x="112113" y="129257"/>
                </a:lnTo>
                <a:lnTo>
                  <a:pt x="120072" y="126989"/>
                </a:lnTo>
                <a:lnTo>
                  <a:pt x="121778" y="129257"/>
                </a:lnTo>
                <a:close/>
              </a:path>
              <a:path w="222884" h="255904">
                <a:moveTo>
                  <a:pt x="153013" y="221141"/>
                </a:moveTo>
                <a:lnTo>
                  <a:pt x="138825" y="202162"/>
                </a:lnTo>
                <a:lnTo>
                  <a:pt x="142146" y="199432"/>
                </a:lnTo>
                <a:lnTo>
                  <a:pt x="152522" y="189035"/>
                </a:lnTo>
                <a:lnTo>
                  <a:pt x="160004" y="180038"/>
                </a:lnTo>
                <a:lnTo>
                  <a:pt x="174959" y="199904"/>
                </a:lnTo>
                <a:lnTo>
                  <a:pt x="168674" y="206961"/>
                </a:lnTo>
                <a:lnTo>
                  <a:pt x="155101" y="219565"/>
                </a:lnTo>
                <a:lnTo>
                  <a:pt x="153013" y="221141"/>
                </a:lnTo>
                <a:close/>
              </a:path>
              <a:path w="222884" h="255904">
                <a:moveTo>
                  <a:pt x="214163" y="251984"/>
                </a:moveTo>
                <a:lnTo>
                  <a:pt x="176072" y="251984"/>
                </a:lnTo>
                <a:lnTo>
                  <a:pt x="153013" y="221141"/>
                </a:lnTo>
                <a:lnTo>
                  <a:pt x="155101" y="219565"/>
                </a:lnTo>
                <a:lnTo>
                  <a:pt x="168674" y="206961"/>
                </a:lnTo>
                <a:lnTo>
                  <a:pt x="174959" y="199904"/>
                </a:lnTo>
                <a:lnTo>
                  <a:pt x="214163" y="251984"/>
                </a:lnTo>
                <a:close/>
              </a:path>
              <a:path w="222884" h="255904">
                <a:moveTo>
                  <a:pt x="141649" y="229716"/>
                </a:moveTo>
                <a:lnTo>
                  <a:pt x="72265" y="229716"/>
                </a:lnTo>
                <a:lnTo>
                  <a:pt x="84210" y="228858"/>
                </a:lnTo>
                <a:lnTo>
                  <a:pt x="96103" y="226283"/>
                </a:lnTo>
                <a:lnTo>
                  <a:pt x="107943" y="221993"/>
                </a:lnTo>
                <a:lnTo>
                  <a:pt x="119731" y="215986"/>
                </a:lnTo>
                <a:lnTo>
                  <a:pt x="131216" y="208415"/>
                </a:lnTo>
                <a:lnTo>
                  <a:pt x="138825" y="202162"/>
                </a:lnTo>
                <a:lnTo>
                  <a:pt x="153013" y="221141"/>
                </a:lnTo>
                <a:lnTo>
                  <a:pt x="141649" y="229716"/>
                </a:lnTo>
                <a:close/>
              </a:path>
            </a:pathLst>
          </a:custGeom>
          <a:solidFill>
            <a:srgbClr val="00D9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8408990" y="4887019"/>
            <a:ext cx="1325245" cy="252095"/>
            <a:chOff x="8408990" y="4887019"/>
            <a:chExt cx="1325245" cy="252095"/>
          </a:xfrm>
        </p:grpSpPr>
        <p:sp>
          <p:nvSpPr>
            <p:cNvPr id="11" name="object 11"/>
            <p:cNvSpPr/>
            <p:nvPr/>
          </p:nvSpPr>
          <p:spPr>
            <a:xfrm>
              <a:off x="8408987" y="4887023"/>
              <a:ext cx="884555" cy="251460"/>
            </a:xfrm>
            <a:custGeom>
              <a:avLst/>
              <a:gdLst/>
              <a:ahLst/>
              <a:cxnLst/>
              <a:rect l="l" t="t" r="r" b="b"/>
              <a:pathLst>
                <a:path w="884554" h="251460">
                  <a:moveTo>
                    <a:pt x="228371" y="248551"/>
                  </a:moveTo>
                  <a:lnTo>
                    <a:pt x="218744" y="177228"/>
                  </a:lnTo>
                  <a:lnTo>
                    <a:pt x="215226" y="151193"/>
                  </a:lnTo>
                  <a:lnTo>
                    <a:pt x="198602" y="28130"/>
                  </a:lnTo>
                  <a:lnTo>
                    <a:pt x="194805" y="0"/>
                  </a:lnTo>
                  <a:lnTo>
                    <a:pt x="184785" y="0"/>
                  </a:lnTo>
                  <a:lnTo>
                    <a:pt x="184785" y="151193"/>
                  </a:lnTo>
                  <a:lnTo>
                    <a:pt x="92087" y="151193"/>
                  </a:lnTo>
                  <a:lnTo>
                    <a:pt x="168605" y="28130"/>
                  </a:lnTo>
                  <a:lnTo>
                    <a:pt x="169608" y="28130"/>
                  </a:lnTo>
                  <a:lnTo>
                    <a:pt x="184785" y="151193"/>
                  </a:lnTo>
                  <a:lnTo>
                    <a:pt x="184785" y="0"/>
                  </a:lnTo>
                  <a:lnTo>
                    <a:pt x="157797" y="0"/>
                  </a:lnTo>
                  <a:lnTo>
                    <a:pt x="0" y="248551"/>
                  </a:lnTo>
                  <a:lnTo>
                    <a:pt x="31559" y="248551"/>
                  </a:lnTo>
                  <a:lnTo>
                    <a:pt x="75907" y="177228"/>
                  </a:lnTo>
                  <a:lnTo>
                    <a:pt x="187998" y="177228"/>
                  </a:lnTo>
                  <a:lnTo>
                    <a:pt x="196811" y="248551"/>
                  </a:lnTo>
                  <a:lnTo>
                    <a:pt x="228371" y="248551"/>
                  </a:lnTo>
                  <a:close/>
                </a:path>
                <a:path w="884554" h="251460">
                  <a:moveTo>
                    <a:pt x="428650" y="115747"/>
                  </a:moveTo>
                  <a:lnTo>
                    <a:pt x="411391" y="76885"/>
                  </a:lnTo>
                  <a:lnTo>
                    <a:pt x="377278" y="67894"/>
                  </a:lnTo>
                  <a:lnTo>
                    <a:pt x="368084" y="68465"/>
                  </a:lnTo>
                  <a:lnTo>
                    <a:pt x="324954" y="87731"/>
                  </a:lnTo>
                  <a:lnTo>
                    <a:pt x="311226" y="101803"/>
                  </a:lnTo>
                  <a:lnTo>
                    <a:pt x="310476" y="101803"/>
                  </a:lnTo>
                  <a:lnTo>
                    <a:pt x="316242" y="71996"/>
                  </a:lnTo>
                  <a:lnTo>
                    <a:pt x="290207" y="71996"/>
                  </a:lnTo>
                  <a:lnTo>
                    <a:pt x="246087" y="248551"/>
                  </a:lnTo>
                  <a:lnTo>
                    <a:pt x="273799" y="248551"/>
                  </a:lnTo>
                  <a:lnTo>
                    <a:pt x="298081" y="151523"/>
                  </a:lnTo>
                  <a:lnTo>
                    <a:pt x="300761" y="142595"/>
                  </a:lnTo>
                  <a:lnTo>
                    <a:pt x="324916" y="107937"/>
                  </a:lnTo>
                  <a:lnTo>
                    <a:pt x="365556" y="92925"/>
                  </a:lnTo>
                  <a:lnTo>
                    <a:pt x="374205" y="93586"/>
                  </a:lnTo>
                  <a:lnTo>
                    <a:pt x="398576" y="125298"/>
                  </a:lnTo>
                  <a:lnTo>
                    <a:pt x="396862" y="135115"/>
                  </a:lnTo>
                  <a:lnTo>
                    <a:pt x="368490" y="248551"/>
                  </a:lnTo>
                  <a:lnTo>
                    <a:pt x="396608" y="248551"/>
                  </a:lnTo>
                  <a:lnTo>
                    <a:pt x="426250" y="129933"/>
                  </a:lnTo>
                  <a:lnTo>
                    <a:pt x="428650" y="115747"/>
                  </a:lnTo>
                  <a:close/>
                </a:path>
                <a:path w="884554" h="251460">
                  <a:moveTo>
                    <a:pt x="588225" y="113525"/>
                  </a:moveTo>
                  <a:lnTo>
                    <a:pt x="570814" y="76771"/>
                  </a:lnTo>
                  <a:lnTo>
                    <a:pt x="532803" y="67894"/>
                  </a:lnTo>
                  <a:lnTo>
                    <a:pt x="522732" y="68326"/>
                  </a:lnTo>
                  <a:lnTo>
                    <a:pt x="479717" y="82778"/>
                  </a:lnTo>
                  <a:lnTo>
                    <a:pt x="452691" y="118287"/>
                  </a:lnTo>
                  <a:lnTo>
                    <a:pt x="451091" y="127673"/>
                  </a:lnTo>
                  <a:lnTo>
                    <a:pt x="451231" y="135978"/>
                  </a:lnTo>
                  <a:lnTo>
                    <a:pt x="478091" y="163042"/>
                  </a:lnTo>
                  <a:lnTo>
                    <a:pt x="521728" y="174853"/>
                  </a:lnTo>
                  <a:lnTo>
                    <a:pt x="527862" y="176923"/>
                  </a:lnTo>
                  <a:lnTo>
                    <a:pt x="536625" y="181051"/>
                  </a:lnTo>
                  <a:lnTo>
                    <a:pt x="539673" y="183819"/>
                  </a:lnTo>
                  <a:lnTo>
                    <a:pt x="543026" y="190677"/>
                  </a:lnTo>
                  <a:lnTo>
                    <a:pt x="543191" y="195008"/>
                  </a:lnTo>
                  <a:lnTo>
                    <a:pt x="540562" y="205498"/>
                  </a:lnTo>
                  <a:lnTo>
                    <a:pt x="505371" y="227291"/>
                  </a:lnTo>
                  <a:lnTo>
                    <a:pt x="496722" y="227291"/>
                  </a:lnTo>
                  <a:lnTo>
                    <a:pt x="459473" y="208762"/>
                  </a:lnTo>
                  <a:lnTo>
                    <a:pt x="457466" y="195059"/>
                  </a:lnTo>
                  <a:lnTo>
                    <a:pt x="428498" y="201256"/>
                  </a:lnTo>
                  <a:lnTo>
                    <a:pt x="443814" y="238506"/>
                  </a:lnTo>
                  <a:lnTo>
                    <a:pt x="488937" y="251320"/>
                  </a:lnTo>
                  <a:lnTo>
                    <a:pt x="499325" y="250888"/>
                  </a:lnTo>
                  <a:lnTo>
                    <a:pt x="543382" y="236308"/>
                  </a:lnTo>
                  <a:lnTo>
                    <a:pt x="568769" y="205676"/>
                  </a:lnTo>
                  <a:lnTo>
                    <a:pt x="573493" y="188785"/>
                  </a:lnTo>
                  <a:lnTo>
                    <a:pt x="573328" y="181025"/>
                  </a:lnTo>
                  <a:lnTo>
                    <a:pt x="543610" y="154038"/>
                  </a:lnTo>
                  <a:lnTo>
                    <a:pt x="499211" y="142709"/>
                  </a:lnTo>
                  <a:lnTo>
                    <a:pt x="492734" y="140258"/>
                  </a:lnTo>
                  <a:lnTo>
                    <a:pt x="484479" y="135013"/>
                  </a:lnTo>
                  <a:lnTo>
                    <a:pt x="481914" y="132219"/>
                  </a:lnTo>
                  <a:lnTo>
                    <a:pt x="479958" y="126301"/>
                  </a:lnTo>
                  <a:lnTo>
                    <a:pt x="480072" y="122529"/>
                  </a:lnTo>
                  <a:lnTo>
                    <a:pt x="511848" y="93345"/>
                  </a:lnTo>
                  <a:lnTo>
                    <a:pt x="518604" y="92252"/>
                  </a:lnTo>
                  <a:lnTo>
                    <a:pt x="525691" y="92252"/>
                  </a:lnTo>
                  <a:lnTo>
                    <a:pt x="561238" y="111874"/>
                  </a:lnTo>
                  <a:lnTo>
                    <a:pt x="561187" y="120307"/>
                  </a:lnTo>
                  <a:lnTo>
                    <a:pt x="588225" y="113525"/>
                  </a:lnTo>
                  <a:close/>
                </a:path>
                <a:path w="884554" h="251460">
                  <a:moveTo>
                    <a:pt x="884097" y="71996"/>
                  </a:moveTo>
                  <a:lnTo>
                    <a:pt x="853198" y="71996"/>
                  </a:lnTo>
                  <a:lnTo>
                    <a:pt x="775512" y="221183"/>
                  </a:lnTo>
                  <a:lnTo>
                    <a:pt x="774509" y="221183"/>
                  </a:lnTo>
                  <a:lnTo>
                    <a:pt x="766470" y="71996"/>
                  </a:lnTo>
                  <a:lnTo>
                    <a:pt x="733907" y="71996"/>
                  </a:lnTo>
                  <a:lnTo>
                    <a:pt x="653542" y="219417"/>
                  </a:lnTo>
                  <a:lnTo>
                    <a:pt x="652868" y="219417"/>
                  </a:lnTo>
                  <a:lnTo>
                    <a:pt x="649185" y="71996"/>
                  </a:lnTo>
                  <a:lnTo>
                    <a:pt x="617626" y="71996"/>
                  </a:lnTo>
                  <a:lnTo>
                    <a:pt x="626668" y="248551"/>
                  </a:lnTo>
                  <a:lnTo>
                    <a:pt x="661327" y="248551"/>
                  </a:lnTo>
                  <a:lnTo>
                    <a:pt x="742276" y="101460"/>
                  </a:lnTo>
                  <a:lnTo>
                    <a:pt x="743699" y="101460"/>
                  </a:lnTo>
                  <a:lnTo>
                    <a:pt x="750481" y="248551"/>
                  </a:lnTo>
                  <a:lnTo>
                    <a:pt x="786472" y="248551"/>
                  </a:lnTo>
                  <a:lnTo>
                    <a:pt x="884097" y="71996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4356" y="4954578"/>
              <a:ext cx="459465" cy="184425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6912969" y="5791287"/>
            <a:ext cx="2439035" cy="0"/>
          </a:xfrm>
          <a:custGeom>
            <a:avLst/>
            <a:gdLst/>
            <a:ahLst/>
            <a:cxnLst/>
            <a:rect l="l" t="t" r="r" b="b"/>
            <a:pathLst>
              <a:path w="2439034" h="0">
                <a:moveTo>
                  <a:pt x="0" y="0"/>
                </a:moveTo>
                <a:lnTo>
                  <a:pt x="2438437" y="0"/>
                </a:lnTo>
              </a:path>
            </a:pathLst>
          </a:custGeom>
          <a:ln w="25400">
            <a:solidFill>
              <a:srgbClr val="16254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660900" y="6211557"/>
            <a:ext cx="6914515" cy="765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90"/>
              </a:spcBef>
            </a:pPr>
            <a:r>
              <a:rPr dirty="0" sz="1800" spc="-60">
                <a:solidFill>
                  <a:srgbClr val="8FA2BE"/>
                </a:solidFill>
                <a:latin typeface="Arial MT"/>
                <a:cs typeface="Arial MT"/>
              </a:rPr>
              <a:t>CyberInbox</a:t>
            </a:r>
            <a:r>
              <a:rPr dirty="0" sz="1800" spc="-17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750" spc="85">
                <a:solidFill>
                  <a:srgbClr val="8FA2BE"/>
                </a:solidFill>
                <a:latin typeface="Arial MT"/>
                <a:cs typeface="Arial MT"/>
              </a:rPr>
              <a:t>—</a:t>
            </a:r>
            <a:r>
              <a:rPr dirty="0" sz="1750" spc="-22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800" spc="-40">
                <a:solidFill>
                  <a:srgbClr val="8FA2BE"/>
                </a:solidFill>
                <a:latin typeface="Arial MT"/>
                <a:cs typeface="Arial MT"/>
              </a:rPr>
              <a:t>AI</a:t>
            </a:r>
            <a:r>
              <a:rPr dirty="0" sz="1750" spc="-40">
                <a:solidFill>
                  <a:srgbClr val="8FA2BE"/>
                </a:solidFill>
                <a:latin typeface="Arial MT"/>
                <a:cs typeface="Arial MT"/>
              </a:rPr>
              <a:t>-</a:t>
            </a:r>
            <a:r>
              <a:rPr dirty="0" sz="1800" spc="-55">
                <a:solidFill>
                  <a:srgbClr val="8FA2BE"/>
                </a:solidFill>
                <a:latin typeface="Arial MT"/>
                <a:cs typeface="Arial MT"/>
              </a:rPr>
              <a:t>Powered</a:t>
            </a:r>
            <a:r>
              <a:rPr dirty="0" sz="1800" spc="-14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800" spc="-105">
                <a:solidFill>
                  <a:srgbClr val="8FA2BE"/>
                </a:solidFill>
                <a:latin typeface="Arial MT"/>
                <a:cs typeface="Arial MT"/>
              </a:rPr>
              <a:t>Email</a:t>
            </a:r>
            <a:r>
              <a:rPr dirty="0" sz="1800" spc="7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800" spc="-120">
                <a:solidFill>
                  <a:srgbClr val="8FA2BE"/>
                </a:solidFill>
                <a:latin typeface="Arial MT"/>
                <a:cs typeface="Arial MT"/>
              </a:rPr>
              <a:t>Spam</a:t>
            </a:r>
            <a:r>
              <a:rPr dirty="0" sz="1800" spc="-6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800" spc="-45">
                <a:solidFill>
                  <a:srgbClr val="8FA2BE"/>
                </a:solidFill>
                <a:latin typeface="Arial MT"/>
                <a:cs typeface="Arial MT"/>
              </a:rPr>
              <a:t>Detection</a:t>
            </a:r>
            <a:r>
              <a:rPr dirty="0" sz="1800" spc="-10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8FA2BE"/>
                </a:solidFill>
                <a:latin typeface="Arial MT"/>
                <a:cs typeface="Arial MT"/>
              </a:rPr>
              <a:t>System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689"/>
              </a:spcBef>
              <a:tabLst>
                <a:tab pos="1561465" algn="l"/>
                <a:tab pos="4495165" algn="l"/>
              </a:tabLst>
            </a:pPr>
            <a:r>
              <a:rPr dirty="0" sz="1650" spc="-10">
                <a:solidFill>
                  <a:srgbClr val="8FA2BE"/>
                </a:solidFill>
                <a:latin typeface="Arial MT"/>
                <a:cs typeface="Arial MT"/>
              </a:rPr>
              <a:t>Avjeet</a:t>
            </a:r>
            <a:r>
              <a:rPr dirty="0" sz="1650" spc="-1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8FA2BE"/>
                </a:solidFill>
                <a:latin typeface="Arial MT"/>
                <a:cs typeface="Arial MT"/>
              </a:rPr>
              <a:t>Kumar</a:t>
            </a:r>
            <a:r>
              <a:rPr dirty="0" sz="1650" spc="26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8FA2BE"/>
                </a:solidFill>
                <a:latin typeface="Arial MT"/>
                <a:cs typeface="Arial MT"/>
              </a:rPr>
              <a:t>•</a:t>
            </a:r>
            <a:r>
              <a:rPr dirty="0" sz="1650">
                <a:solidFill>
                  <a:srgbClr val="8FA2BE"/>
                </a:solidFill>
                <a:latin typeface="Arial MT"/>
                <a:cs typeface="Arial MT"/>
              </a:rPr>
              <a:t>	</a:t>
            </a:r>
            <a:r>
              <a:rPr dirty="0" sz="1650" spc="-35">
                <a:solidFill>
                  <a:srgbClr val="8FA2BE"/>
                </a:solidFill>
                <a:latin typeface="Arial MT"/>
                <a:cs typeface="Arial MT"/>
              </a:rPr>
              <a:t>Mentor:</a:t>
            </a:r>
            <a:r>
              <a:rPr dirty="0" sz="1650" spc="-8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 spc="-40">
                <a:solidFill>
                  <a:srgbClr val="8FA2BE"/>
                </a:solidFill>
                <a:latin typeface="Arial MT"/>
                <a:cs typeface="Arial MT"/>
              </a:rPr>
              <a:t>Mr.</a:t>
            </a:r>
            <a:r>
              <a:rPr dirty="0" sz="1650" spc="-80">
                <a:solidFill>
                  <a:srgbClr val="8FA2BE"/>
                </a:solidFill>
                <a:latin typeface="Arial MT"/>
                <a:cs typeface="Arial MT"/>
              </a:rPr>
              <a:t> Shubham</a:t>
            </a:r>
            <a:r>
              <a:rPr dirty="0" sz="1650" spc="-15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8FA2BE"/>
                </a:solidFill>
                <a:latin typeface="Arial MT"/>
                <a:cs typeface="Arial MT"/>
              </a:rPr>
              <a:t>Pathak</a:t>
            </a:r>
            <a:r>
              <a:rPr dirty="0" sz="1650" spc="35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8FA2BE"/>
                </a:solidFill>
                <a:latin typeface="Arial MT"/>
                <a:cs typeface="Arial MT"/>
              </a:rPr>
              <a:t>•</a:t>
            </a:r>
            <a:r>
              <a:rPr dirty="0" sz="1650">
                <a:solidFill>
                  <a:srgbClr val="8FA2BE"/>
                </a:solidFill>
                <a:latin typeface="Arial MT"/>
                <a:cs typeface="Arial MT"/>
              </a:rPr>
              <a:t>	</a:t>
            </a:r>
            <a:r>
              <a:rPr dirty="0" sz="1650" spc="-75">
                <a:solidFill>
                  <a:srgbClr val="8FA2BE"/>
                </a:solidFill>
                <a:latin typeface="Arial MT"/>
                <a:cs typeface="Arial MT"/>
              </a:rPr>
              <a:t>IBM</a:t>
            </a:r>
            <a:r>
              <a:rPr dirty="0" sz="1650" spc="-11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 spc="-70">
                <a:solidFill>
                  <a:srgbClr val="8FA2BE"/>
                </a:solidFill>
                <a:latin typeface="Arial MT"/>
                <a:cs typeface="Arial MT"/>
              </a:rPr>
              <a:t>SkillsBuild</a:t>
            </a:r>
            <a:r>
              <a:rPr dirty="0" sz="1650" spc="-45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 spc="-160">
                <a:solidFill>
                  <a:srgbClr val="8FA2BE"/>
                </a:solidFill>
                <a:latin typeface="Arial MT"/>
                <a:cs typeface="Arial MT"/>
              </a:rPr>
              <a:t>AI</a:t>
            </a:r>
            <a:r>
              <a:rPr dirty="0" sz="1650">
                <a:solidFill>
                  <a:srgbClr val="8FA2BE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8FA2BE"/>
                </a:solidFill>
                <a:latin typeface="Arial MT"/>
                <a:cs typeface="Arial MT"/>
              </a:rPr>
              <a:t>Internship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2026-07-18T04:24:29Z</dcterms:created>
  <dcterms:modified xsi:type="dcterms:W3CDTF">2026-07-18T04:24:29Z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2026-07-18T00:00:00Z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2026-07-18T00:00:00Z</vt:filetime>
  </property>
</Properties>
</file>